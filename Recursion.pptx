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</p:sldMasterIdLst>
  <p:notesMasterIdLst>
    <p:notesMasterId r:id="rId16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7" r:id="rId12"/>
    <p:sldId id="268" r:id="rId13"/>
    <p:sldId id="299" r:id="rId14"/>
    <p:sldId id="311" r:id="rId15"/>
  </p:sldIdLst>
  <p:sldSz cx="9144000" cy="5143500" type="screen16x9"/>
  <p:notesSz cx="6858000" cy="9144000"/>
  <p:embeddedFontLst>
    <p:embeddedFont>
      <p:font typeface="El Messiri" charset="-78"/>
      <p:regular r:id="rId17"/>
      <p:bold r:id="rId18"/>
    </p:embeddedFont>
    <p:embeddedFont>
      <p:font typeface="Baloo 2" charset="0"/>
      <p:regular r:id="rId19"/>
      <p:bold r:id="rId20"/>
    </p:embeddedFont>
    <p:embeddedFont>
      <p:font typeface="Proxima Nova Semibold" charset="0"/>
      <p:regular r:id="rId21"/>
      <p:bold r:id="rId22"/>
      <p:boldItalic r:id="rId23"/>
    </p:embeddedFont>
    <p:embeddedFont>
      <p:font typeface="Proxima Nova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DB93A96-11CF-4512-A699-1D6692CCE9CA}">
  <a:tblStyle styleId="{6DB93A96-11CF-4512-A699-1D6692CC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325AC0C-4EC5-4B04-9B1F-1198733DAC02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7E8"/>
          </a:solidFill>
        </a:fill>
      </a:tcStyle>
    </a:wholeTbl>
    <a:band1H>
      <a:tcTxStyle/>
      <a:tcStyle>
        <a:tcBdr/>
        <a:fill>
          <a:solidFill>
            <a:srgbClr val="CECB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CB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EC3A3B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3A3B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EC3A3B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-228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ed143d564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ed143d564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ec8bb10418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ec8bb10418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ec8bb10418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ec8bb10418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ec8bb10418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ec8bb10418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ec8bb10418_0_8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ec8bb10418_0_8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ed143d5643_2_14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ed143d5643_2_14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ed143d5643_2_140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ed143d5643_2_140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ed143d5643_2_14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ed143d5643_2_14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ed143d5643_2_14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ed143d5643_2_14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ed143d5643_2_14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ed143d5643_2_14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ed143d5643_2_14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ed143d5643_2_14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1" name="Google Shape;9541;ged143d5643_2_139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2" name="Google Shape;9542;ged143d5643_2_139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940862"/>
            <a:ext cx="4832100" cy="21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El Messiri"/>
                <a:ea typeface="El Messiri"/>
                <a:cs typeface="El Messiri"/>
                <a:sym typeface="El Messi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109738"/>
            <a:ext cx="48321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0" y="472122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 flipH="1">
            <a:off x="4412275" y="2257736"/>
            <a:ext cx="4018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 flipH="1">
            <a:off x="5371075" y="3099525"/>
            <a:ext cx="30597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525175" y="1035674"/>
            <a:ext cx="1905600" cy="12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17" name="Google Shape;17;p3"/>
          <p:cNvCxnSpPr/>
          <p:nvPr/>
        </p:nvCxnSpPr>
        <p:spPr>
          <a:xfrm>
            <a:off x="0" y="46197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" name="Google Shape;18;p3"/>
          <p:cNvGrpSpPr/>
          <p:nvPr/>
        </p:nvGrpSpPr>
        <p:grpSpPr>
          <a:xfrm>
            <a:off x="7748824" y="4263975"/>
            <a:ext cx="636900" cy="322800"/>
            <a:chOff x="790074" y="3806775"/>
            <a:chExt cx="636900" cy="322800"/>
          </a:xfrm>
        </p:grpSpPr>
        <p:sp>
          <p:nvSpPr>
            <p:cNvPr id="19" name="Google Shape;19;p3"/>
            <p:cNvSpPr/>
            <p:nvPr/>
          </p:nvSpPr>
          <p:spPr>
            <a:xfrm>
              <a:off x="790074" y="3806775"/>
              <a:ext cx="636900" cy="322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>
              <a:off x="990625" y="3968175"/>
              <a:ext cx="23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713225" y="1479550"/>
            <a:ext cx="3503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713225" y="2816525"/>
            <a:ext cx="35031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713225" y="1904125"/>
            <a:ext cx="3503100" cy="63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713225" y="3241100"/>
            <a:ext cx="3503100" cy="63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2" name="Google Shape;32;p5"/>
          <p:cNvCxnSpPr/>
          <p:nvPr/>
        </p:nvCxnSpPr>
        <p:spPr>
          <a:xfrm>
            <a:off x="2119800" y="472122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824050" y="1354750"/>
            <a:ext cx="3606900" cy="14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33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4823900" y="3009013"/>
            <a:ext cx="3606900" cy="7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7"/>
          <p:cNvGrpSpPr/>
          <p:nvPr/>
        </p:nvGrpSpPr>
        <p:grpSpPr>
          <a:xfrm>
            <a:off x="7748824" y="632675"/>
            <a:ext cx="636900" cy="322800"/>
            <a:chOff x="790074" y="3806775"/>
            <a:chExt cx="636900" cy="322800"/>
          </a:xfrm>
        </p:grpSpPr>
        <p:sp>
          <p:nvSpPr>
            <p:cNvPr id="40" name="Google Shape;40;p7"/>
            <p:cNvSpPr/>
            <p:nvPr/>
          </p:nvSpPr>
          <p:spPr>
            <a:xfrm>
              <a:off x="790074" y="3806775"/>
              <a:ext cx="636900" cy="322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1" name="Google Shape;41;p7"/>
            <p:cNvCxnSpPr/>
            <p:nvPr/>
          </p:nvCxnSpPr>
          <p:spPr>
            <a:xfrm>
              <a:off x="990625" y="3968175"/>
              <a:ext cx="23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42" name="Google Shape;42;p7"/>
          <p:cNvCxnSpPr/>
          <p:nvPr/>
        </p:nvCxnSpPr>
        <p:spPr>
          <a:xfrm>
            <a:off x="2119800" y="472122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4431200" y="1473100"/>
            <a:ext cx="3999900" cy="8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4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4431200" y="2347125"/>
            <a:ext cx="3999900" cy="13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49" name="Google Shape;49;p9"/>
          <p:cNvCxnSpPr/>
          <p:nvPr/>
        </p:nvCxnSpPr>
        <p:spPr>
          <a:xfrm>
            <a:off x="0" y="46197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" name="Google Shape;50;p9"/>
          <p:cNvGrpSpPr/>
          <p:nvPr/>
        </p:nvGrpSpPr>
        <p:grpSpPr>
          <a:xfrm>
            <a:off x="7748824" y="4263975"/>
            <a:ext cx="636900" cy="322800"/>
            <a:chOff x="790074" y="3806775"/>
            <a:chExt cx="636900" cy="322800"/>
          </a:xfrm>
        </p:grpSpPr>
        <p:sp>
          <p:nvSpPr>
            <p:cNvPr id="51" name="Google Shape;51;p9"/>
            <p:cNvSpPr/>
            <p:nvPr/>
          </p:nvSpPr>
          <p:spPr>
            <a:xfrm>
              <a:off x="790074" y="3806775"/>
              <a:ext cx="636900" cy="322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2" name="Google Shape;52;p9"/>
            <p:cNvCxnSpPr/>
            <p:nvPr/>
          </p:nvCxnSpPr>
          <p:spPr>
            <a:xfrm>
              <a:off x="990625" y="3968175"/>
              <a:ext cx="23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>
            <a:off x="-17350" y="-1275"/>
            <a:ext cx="9161400" cy="5178600"/>
          </a:xfrm>
          <a:prstGeom prst="rect">
            <a:avLst/>
          </a:prstGeom>
          <a:solidFill>
            <a:srgbClr val="8E7CC3">
              <a:alpha val="21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713225" y="3044225"/>
            <a:ext cx="3330300" cy="14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3300" b="1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Baloo 2"/>
                <a:ea typeface="Baloo 2"/>
                <a:cs typeface="Baloo 2"/>
                <a:sym typeface="Balo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Baloo 2"/>
                <a:ea typeface="Baloo 2"/>
                <a:cs typeface="Baloo 2"/>
                <a:sym typeface="Balo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Baloo 2"/>
                <a:ea typeface="Baloo 2"/>
                <a:cs typeface="Baloo 2"/>
                <a:sym typeface="Balo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Baloo 2"/>
                <a:ea typeface="Baloo 2"/>
                <a:cs typeface="Baloo 2"/>
                <a:sym typeface="Balo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Baloo 2"/>
                <a:ea typeface="Baloo 2"/>
                <a:cs typeface="Baloo 2"/>
                <a:sym typeface="Balo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Baloo 2"/>
                <a:ea typeface="Baloo 2"/>
                <a:cs typeface="Baloo 2"/>
                <a:sym typeface="Balo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Baloo 2"/>
                <a:ea typeface="Baloo 2"/>
                <a:cs typeface="Baloo 2"/>
                <a:sym typeface="Balo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endParaRPr/>
          </a:p>
        </p:txBody>
      </p:sp>
      <p:cxnSp>
        <p:nvCxnSpPr>
          <p:cNvPr id="56" name="Google Shape;56;p10"/>
          <p:cNvCxnSpPr/>
          <p:nvPr/>
        </p:nvCxnSpPr>
        <p:spPr>
          <a:xfrm>
            <a:off x="2119850" y="46197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3"/>
          <p:cNvCxnSpPr/>
          <p:nvPr/>
        </p:nvCxnSpPr>
        <p:spPr>
          <a:xfrm>
            <a:off x="2119800" y="472122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3"/>
          <p:cNvSpPr/>
          <p:nvPr/>
        </p:nvSpPr>
        <p:spPr>
          <a:xfrm>
            <a:off x="-730325" y="1571525"/>
            <a:ext cx="2222100" cy="222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1982400" y="1394900"/>
            <a:ext cx="2400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2"/>
          </p:nvPr>
        </p:nvSpPr>
        <p:spPr>
          <a:xfrm>
            <a:off x="5724250" y="1394900"/>
            <a:ext cx="2400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3"/>
          </p:nvPr>
        </p:nvSpPr>
        <p:spPr>
          <a:xfrm>
            <a:off x="1982400" y="2876503"/>
            <a:ext cx="2400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13"/>
          <p:cNvGrpSpPr/>
          <p:nvPr/>
        </p:nvGrpSpPr>
        <p:grpSpPr>
          <a:xfrm flipH="1">
            <a:off x="107503" y="2027120"/>
            <a:ext cx="822346" cy="3123261"/>
            <a:chOff x="2330682" y="1468700"/>
            <a:chExt cx="538184" cy="2044019"/>
          </a:xfrm>
        </p:grpSpPr>
        <p:sp>
          <p:nvSpPr>
            <p:cNvPr id="73" name="Google Shape;73;p13"/>
            <p:cNvSpPr/>
            <p:nvPr/>
          </p:nvSpPr>
          <p:spPr>
            <a:xfrm>
              <a:off x="2361349" y="1468700"/>
              <a:ext cx="507517" cy="1142111"/>
            </a:xfrm>
            <a:custGeom>
              <a:avLst/>
              <a:gdLst/>
              <a:ahLst/>
              <a:cxnLst/>
              <a:rect l="l" t="t" r="r" b="b"/>
              <a:pathLst>
                <a:path w="15412" h="34683" extrusionOk="0">
                  <a:moveTo>
                    <a:pt x="6626" y="4517"/>
                  </a:moveTo>
                  <a:cubicBezTo>
                    <a:pt x="7077" y="4517"/>
                    <a:pt x="7246" y="5616"/>
                    <a:pt x="7296" y="5936"/>
                  </a:cubicBezTo>
                  <a:cubicBezTo>
                    <a:pt x="7389" y="6704"/>
                    <a:pt x="7210" y="7004"/>
                    <a:pt x="6961" y="7004"/>
                  </a:cubicBezTo>
                  <a:cubicBezTo>
                    <a:pt x="6560" y="7004"/>
                    <a:pt x="5974" y="6222"/>
                    <a:pt x="6049" y="5359"/>
                  </a:cubicBezTo>
                  <a:cubicBezTo>
                    <a:pt x="6049" y="5359"/>
                    <a:pt x="6049" y="5359"/>
                    <a:pt x="6049" y="5328"/>
                  </a:cubicBezTo>
                  <a:cubicBezTo>
                    <a:pt x="6080" y="5116"/>
                    <a:pt x="6110" y="4872"/>
                    <a:pt x="6262" y="4720"/>
                  </a:cubicBezTo>
                  <a:cubicBezTo>
                    <a:pt x="6400" y="4576"/>
                    <a:pt x="6521" y="4517"/>
                    <a:pt x="6626" y="4517"/>
                  </a:cubicBezTo>
                  <a:close/>
                  <a:moveTo>
                    <a:pt x="11187" y="8259"/>
                  </a:moveTo>
                  <a:cubicBezTo>
                    <a:pt x="11412" y="8259"/>
                    <a:pt x="11540" y="8423"/>
                    <a:pt x="11429" y="8915"/>
                  </a:cubicBezTo>
                  <a:cubicBezTo>
                    <a:pt x="11156" y="10313"/>
                    <a:pt x="10153" y="11468"/>
                    <a:pt x="8937" y="12106"/>
                  </a:cubicBezTo>
                  <a:cubicBezTo>
                    <a:pt x="8694" y="12258"/>
                    <a:pt x="8420" y="12350"/>
                    <a:pt x="8147" y="12350"/>
                  </a:cubicBezTo>
                  <a:cubicBezTo>
                    <a:pt x="7873" y="12350"/>
                    <a:pt x="7569" y="12228"/>
                    <a:pt x="7478" y="11955"/>
                  </a:cubicBezTo>
                  <a:cubicBezTo>
                    <a:pt x="7356" y="11651"/>
                    <a:pt x="7508" y="11316"/>
                    <a:pt x="7660" y="11073"/>
                  </a:cubicBezTo>
                  <a:cubicBezTo>
                    <a:pt x="8268" y="10070"/>
                    <a:pt x="9089" y="9401"/>
                    <a:pt x="10031" y="8793"/>
                  </a:cubicBezTo>
                  <a:cubicBezTo>
                    <a:pt x="10321" y="8612"/>
                    <a:pt x="10858" y="8259"/>
                    <a:pt x="11187" y="8259"/>
                  </a:cubicBezTo>
                  <a:close/>
                  <a:moveTo>
                    <a:pt x="3739" y="14629"/>
                  </a:moveTo>
                  <a:cubicBezTo>
                    <a:pt x="5411" y="14660"/>
                    <a:pt x="5411" y="17304"/>
                    <a:pt x="5198" y="18733"/>
                  </a:cubicBezTo>
                  <a:cubicBezTo>
                    <a:pt x="5138" y="18976"/>
                    <a:pt x="5107" y="19189"/>
                    <a:pt x="5077" y="19341"/>
                  </a:cubicBezTo>
                  <a:cubicBezTo>
                    <a:pt x="5049" y="19479"/>
                    <a:pt x="4971" y="19618"/>
                    <a:pt x="4842" y="19618"/>
                  </a:cubicBezTo>
                  <a:cubicBezTo>
                    <a:pt x="4829" y="19618"/>
                    <a:pt x="4816" y="19617"/>
                    <a:pt x="4803" y="19614"/>
                  </a:cubicBezTo>
                  <a:cubicBezTo>
                    <a:pt x="4742" y="19614"/>
                    <a:pt x="4682" y="19523"/>
                    <a:pt x="4651" y="19462"/>
                  </a:cubicBezTo>
                  <a:cubicBezTo>
                    <a:pt x="3952" y="18246"/>
                    <a:pt x="3496" y="16909"/>
                    <a:pt x="3314" y="15511"/>
                  </a:cubicBezTo>
                  <a:cubicBezTo>
                    <a:pt x="3283" y="15328"/>
                    <a:pt x="3283" y="15146"/>
                    <a:pt x="3344" y="14964"/>
                  </a:cubicBezTo>
                  <a:cubicBezTo>
                    <a:pt x="3405" y="14781"/>
                    <a:pt x="3557" y="14629"/>
                    <a:pt x="3739" y="14629"/>
                  </a:cubicBezTo>
                  <a:close/>
                  <a:moveTo>
                    <a:pt x="8238" y="20830"/>
                  </a:moveTo>
                  <a:cubicBezTo>
                    <a:pt x="8299" y="20982"/>
                    <a:pt x="8359" y="21164"/>
                    <a:pt x="8390" y="21286"/>
                  </a:cubicBezTo>
                  <a:cubicBezTo>
                    <a:pt x="8451" y="21711"/>
                    <a:pt x="8390" y="22015"/>
                    <a:pt x="7904" y="22350"/>
                  </a:cubicBezTo>
                  <a:cubicBezTo>
                    <a:pt x="7630" y="22549"/>
                    <a:pt x="7049" y="22891"/>
                    <a:pt x="6615" y="22891"/>
                  </a:cubicBezTo>
                  <a:cubicBezTo>
                    <a:pt x="6519" y="22891"/>
                    <a:pt x="6430" y="22875"/>
                    <a:pt x="6353" y="22836"/>
                  </a:cubicBezTo>
                  <a:cubicBezTo>
                    <a:pt x="6171" y="22745"/>
                    <a:pt x="6049" y="22532"/>
                    <a:pt x="6080" y="22350"/>
                  </a:cubicBezTo>
                  <a:cubicBezTo>
                    <a:pt x="6080" y="22167"/>
                    <a:pt x="6201" y="21985"/>
                    <a:pt x="6323" y="21863"/>
                  </a:cubicBezTo>
                  <a:cubicBezTo>
                    <a:pt x="6809" y="21286"/>
                    <a:pt x="7508" y="20891"/>
                    <a:pt x="8238" y="20830"/>
                  </a:cubicBezTo>
                  <a:close/>
                  <a:moveTo>
                    <a:pt x="11135" y="1"/>
                  </a:moveTo>
                  <a:cubicBezTo>
                    <a:pt x="10928" y="1"/>
                    <a:pt x="10739" y="14"/>
                    <a:pt x="10578" y="39"/>
                  </a:cubicBezTo>
                  <a:cubicBezTo>
                    <a:pt x="6688" y="617"/>
                    <a:pt x="4682" y="3960"/>
                    <a:pt x="3010" y="7122"/>
                  </a:cubicBezTo>
                  <a:cubicBezTo>
                    <a:pt x="2979" y="7182"/>
                    <a:pt x="2949" y="7213"/>
                    <a:pt x="2979" y="7274"/>
                  </a:cubicBezTo>
                  <a:cubicBezTo>
                    <a:pt x="2979" y="7365"/>
                    <a:pt x="3040" y="7395"/>
                    <a:pt x="3101" y="7456"/>
                  </a:cubicBezTo>
                  <a:cubicBezTo>
                    <a:pt x="3770" y="8003"/>
                    <a:pt x="4195" y="8885"/>
                    <a:pt x="4226" y="9796"/>
                  </a:cubicBezTo>
                  <a:cubicBezTo>
                    <a:pt x="4226" y="9888"/>
                    <a:pt x="4195" y="9979"/>
                    <a:pt x="4165" y="10070"/>
                  </a:cubicBezTo>
                  <a:cubicBezTo>
                    <a:pt x="4095" y="10163"/>
                    <a:pt x="3972" y="10203"/>
                    <a:pt x="3850" y="10203"/>
                  </a:cubicBezTo>
                  <a:cubicBezTo>
                    <a:pt x="3813" y="10203"/>
                    <a:pt x="3775" y="10199"/>
                    <a:pt x="3739" y="10192"/>
                  </a:cubicBezTo>
                  <a:cubicBezTo>
                    <a:pt x="3618" y="10131"/>
                    <a:pt x="3496" y="10009"/>
                    <a:pt x="3405" y="9918"/>
                  </a:cubicBezTo>
                  <a:cubicBezTo>
                    <a:pt x="3040" y="9492"/>
                    <a:pt x="2827" y="9037"/>
                    <a:pt x="2645" y="8520"/>
                  </a:cubicBezTo>
                  <a:cubicBezTo>
                    <a:pt x="1490" y="10769"/>
                    <a:pt x="1125" y="14265"/>
                    <a:pt x="1399" y="16727"/>
                  </a:cubicBezTo>
                  <a:cubicBezTo>
                    <a:pt x="1551" y="18216"/>
                    <a:pt x="2098" y="19857"/>
                    <a:pt x="1976" y="21347"/>
                  </a:cubicBezTo>
                  <a:cubicBezTo>
                    <a:pt x="1855" y="23170"/>
                    <a:pt x="1095" y="24903"/>
                    <a:pt x="609" y="26666"/>
                  </a:cubicBezTo>
                  <a:cubicBezTo>
                    <a:pt x="61" y="28581"/>
                    <a:pt x="1" y="30709"/>
                    <a:pt x="396" y="32684"/>
                  </a:cubicBezTo>
                  <a:cubicBezTo>
                    <a:pt x="548" y="33414"/>
                    <a:pt x="913" y="34113"/>
                    <a:pt x="1581" y="34478"/>
                  </a:cubicBezTo>
                  <a:cubicBezTo>
                    <a:pt x="1821" y="34614"/>
                    <a:pt x="2103" y="34683"/>
                    <a:pt x="2384" y="34683"/>
                  </a:cubicBezTo>
                  <a:cubicBezTo>
                    <a:pt x="2854" y="34683"/>
                    <a:pt x="3321" y="34493"/>
                    <a:pt x="3587" y="34113"/>
                  </a:cubicBezTo>
                  <a:cubicBezTo>
                    <a:pt x="3779" y="34177"/>
                    <a:pt x="3978" y="34207"/>
                    <a:pt x="4177" y="34207"/>
                  </a:cubicBezTo>
                  <a:cubicBezTo>
                    <a:pt x="4929" y="34207"/>
                    <a:pt x="5683" y="33776"/>
                    <a:pt x="6019" y="33079"/>
                  </a:cubicBezTo>
                  <a:cubicBezTo>
                    <a:pt x="6323" y="32380"/>
                    <a:pt x="6232" y="31590"/>
                    <a:pt x="6201" y="30830"/>
                  </a:cubicBezTo>
                  <a:cubicBezTo>
                    <a:pt x="6141" y="28277"/>
                    <a:pt x="7052" y="26210"/>
                    <a:pt x="8511" y="24204"/>
                  </a:cubicBezTo>
                  <a:cubicBezTo>
                    <a:pt x="9940" y="22259"/>
                    <a:pt x="9788" y="19249"/>
                    <a:pt x="10335" y="16939"/>
                  </a:cubicBezTo>
                  <a:cubicBezTo>
                    <a:pt x="10882" y="14599"/>
                    <a:pt x="12098" y="12471"/>
                    <a:pt x="13162" y="10344"/>
                  </a:cubicBezTo>
                  <a:cubicBezTo>
                    <a:pt x="14135" y="8337"/>
                    <a:pt x="15411" y="6362"/>
                    <a:pt x="15047" y="4143"/>
                  </a:cubicBezTo>
                  <a:cubicBezTo>
                    <a:pt x="14986" y="3930"/>
                    <a:pt x="14955" y="3717"/>
                    <a:pt x="14864" y="3474"/>
                  </a:cubicBezTo>
                  <a:cubicBezTo>
                    <a:pt x="14864" y="3444"/>
                    <a:pt x="14864" y="3413"/>
                    <a:pt x="14803" y="3383"/>
                  </a:cubicBezTo>
                  <a:cubicBezTo>
                    <a:pt x="14786" y="3365"/>
                    <a:pt x="14765" y="3358"/>
                    <a:pt x="14744" y="3358"/>
                  </a:cubicBezTo>
                  <a:cubicBezTo>
                    <a:pt x="14692" y="3358"/>
                    <a:pt x="14634" y="3401"/>
                    <a:pt x="14591" y="3444"/>
                  </a:cubicBezTo>
                  <a:cubicBezTo>
                    <a:pt x="14013" y="3930"/>
                    <a:pt x="13314" y="4325"/>
                    <a:pt x="12584" y="4568"/>
                  </a:cubicBezTo>
                  <a:cubicBezTo>
                    <a:pt x="12535" y="4581"/>
                    <a:pt x="12470" y="4593"/>
                    <a:pt x="12407" y="4593"/>
                  </a:cubicBezTo>
                  <a:cubicBezTo>
                    <a:pt x="12314" y="4593"/>
                    <a:pt x="12225" y="4567"/>
                    <a:pt x="12189" y="4477"/>
                  </a:cubicBezTo>
                  <a:cubicBezTo>
                    <a:pt x="12159" y="4386"/>
                    <a:pt x="12189" y="4325"/>
                    <a:pt x="12220" y="4264"/>
                  </a:cubicBezTo>
                  <a:cubicBezTo>
                    <a:pt x="12463" y="3808"/>
                    <a:pt x="12797" y="3413"/>
                    <a:pt x="13223" y="3109"/>
                  </a:cubicBezTo>
                  <a:cubicBezTo>
                    <a:pt x="13648" y="2805"/>
                    <a:pt x="14256" y="2532"/>
                    <a:pt x="14287" y="2015"/>
                  </a:cubicBezTo>
                  <a:cubicBezTo>
                    <a:pt x="14365" y="523"/>
                    <a:pt x="12415" y="1"/>
                    <a:pt x="1113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410415" y="2260709"/>
              <a:ext cx="119141" cy="1026000"/>
            </a:xfrm>
            <a:custGeom>
              <a:avLst/>
              <a:gdLst/>
              <a:ahLst/>
              <a:cxnLst/>
              <a:rect l="l" t="t" r="r" b="b"/>
              <a:pathLst>
                <a:path w="3618" h="31157" fill="none" extrusionOk="0">
                  <a:moveTo>
                    <a:pt x="0" y="31156"/>
                  </a:moveTo>
                  <a:cubicBezTo>
                    <a:pt x="669" y="29941"/>
                    <a:pt x="1337" y="28694"/>
                    <a:pt x="1641" y="27327"/>
                  </a:cubicBezTo>
                  <a:cubicBezTo>
                    <a:pt x="1854" y="26415"/>
                    <a:pt x="1915" y="25442"/>
                    <a:pt x="1976" y="24469"/>
                  </a:cubicBezTo>
                  <a:cubicBezTo>
                    <a:pt x="2006" y="23801"/>
                    <a:pt x="1945" y="23618"/>
                    <a:pt x="2067" y="22980"/>
                  </a:cubicBezTo>
                  <a:cubicBezTo>
                    <a:pt x="2857" y="19302"/>
                    <a:pt x="3617" y="15472"/>
                    <a:pt x="2553" y="11916"/>
                  </a:cubicBezTo>
                  <a:cubicBezTo>
                    <a:pt x="2037" y="10183"/>
                    <a:pt x="1125" y="8573"/>
                    <a:pt x="973" y="6779"/>
                  </a:cubicBezTo>
                  <a:cubicBezTo>
                    <a:pt x="821" y="4348"/>
                    <a:pt x="2128" y="2068"/>
                    <a:pt x="3404" y="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330682" y="3113509"/>
              <a:ext cx="338001" cy="399210"/>
            </a:xfrm>
            <a:custGeom>
              <a:avLst/>
              <a:gdLst/>
              <a:ahLst/>
              <a:cxnLst/>
              <a:rect l="l" t="t" r="r" b="b"/>
              <a:pathLst>
                <a:path w="13588" h="12123" extrusionOk="0">
                  <a:moveTo>
                    <a:pt x="1" y="1"/>
                  </a:moveTo>
                  <a:cubicBezTo>
                    <a:pt x="1" y="1"/>
                    <a:pt x="1277" y="10852"/>
                    <a:pt x="1551" y="12068"/>
                  </a:cubicBezTo>
                  <a:cubicBezTo>
                    <a:pt x="1561" y="12109"/>
                    <a:pt x="2746" y="12122"/>
                    <a:pt x="4323" y="12122"/>
                  </a:cubicBezTo>
                  <a:cubicBezTo>
                    <a:pt x="7475" y="12122"/>
                    <a:pt x="12189" y="12068"/>
                    <a:pt x="12189" y="12068"/>
                  </a:cubicBezTo>
                  <a:cubicBezTo>
                    <a:pt x="12250" y="11946"/>
                    <a:pt x="12737" y="5959"/>
                    <a:pt x="12858" y="5472"/>
                  </a:cubicBezTo>
                  <a:lnTo>
                    <a:pt x="1358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3"/>
          <p:cNvSpPr txBox="1">
            <a:spLocks noGrp="1"/>
          </p:cNvSpPr>
          <p:nvPr>
            <p:ph type="subTitle" idx="4"/>
          </p:nvPr>
        </p:nvSpPr>
        <p:spPr>
          <a:xfrm>
            <a:off x="5724250" y="2876503"/>
            <a:ext cx="24009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5"/>
          </p:nvPr>
        </p:nvSpPr>
        <p:spPr>
          <a:xfrm>
            <a:off x="1982400" y="1785625"/>
            <a:ext cx="2400900" cy="63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6"/>
          </p:nvPr>
        </p:nvSpPr>
        <p:spPr>
          <a:xfrm>
            <a:off x="5724250" y="1785625"/>
            <a:ext cx="2400900" cy="63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7"/>
          </p:nvPr>
        </p:nvSpPr>
        <p:spPr>
          <a:xfrm>
            <a:off x="1982400" y="3264400"/>
            <a:ext cx="2400900" cy="63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8"/>
          </p:nvPr>
        </p:nvSpPr>
        <p:spPr>
          <a:xfrm>
            <a:off x="5724250" y="3264400"/>
            <a:ext cx="2400900" cy="63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9" hasCustomPrompt="1"/>
          </p:nvPr>
        </p:nvSpPr>
        <p:spPr>
          <a:xfrm>
            <a:off x="1018800" y="1552474"/>
            <a:ext cx="963600" cy="7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13" hasCustomPrompt="1"/>
          </p:nvPr>
        </p:nvSpPr>
        <p:spPr>
          <a:xfrm>
            <a:off x="4760650" y="1552474"/>
            <a:ext cx="963600" cy="7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14" hasCustomPrompt="1"/>
          </p:nvPr>
        </p:nvSpPr>
        <p:spPr>
          <a:xfrm>
            <a:off x="1018800" y="3030486"/>
            <a:ext cx="963600" cy="7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5" hasCustomPrompt="1"/>
          </p:nvPr>
        </p:nvSpPr>
        <p:spPr>
          <a:xfrm>
            <a:off x="4760650" y="3030486"/>
            <a:ext cx="963600" cy="7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 flipH="1">
            <a:off x="713275" y="3275100"/>
            <a:ext cx="3503100" cy="3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9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"/>
          </p:nvPr>
        </p:nvSpPr>
        <p:spPr>
          <a:xfrm flipH="1">
            <a:off x="713275" y="840000"/>
            <a:ext cx="3503100" cy="23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8" name="Google Shape;88;p14"/>
          <p:cNvCxnSpPr/>
          <p:nvPr/>
        </p:nvCxnSpPr>
        <p:spPr>
          <a:xfrm>
            <a:off x="0" y="472122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5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766350" y="2257736"/>
            <a:ext cx="4018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ubTitle" idx="1"/>
          </p:nvPr>
        </p:nvSpPr>
        <p:spPr>
          <a:xfrm>
            <a:off x="766350" y="3099525"/>
            <a:ext cx="30597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 idx="2" hasCustomPrompt="1"/>
          </p:nvPr>
        </p:nvSpPr>
        <p:spPr>
          <a:xfrm>
            <a:off x="766350" y="1035674"/>
            <a:ext cx="1905600" cy="12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900"/>
              <a:buNone/>
              <a:defRPr sz="89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93" name="Google Shape;93;p15"/>
          <p:cNvGrpSpPr/>
          <p:nvPr/>
        </p:nvGrpSpPr>
        <p:grpSpPr>
          <a:xfrm>
            <a:off x="790074" y="4263975"/>
            <a:ext cx="636900" cy="322800"/>
            <a:chOff x="790074" y="3806775"/>
            <a:chExt cx="636900" cy="322800"/>
          </a:xfrm>
        </p:grpSpPr>
        <p:sp>
          <p:nvSpPr>
            <p:cNvPr id="94" name="Google Shape;94;p15"/>
            <p:cNvSpPr/>
            <p:nvPr/>
          </p:nvSpPr>
          <p:spPr>
            <a:xfrm>
              <a:off x="790074" y="3806775"/>
              <a:ext cx="636900" cy="322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5" name="Google Shape;95;p15"/>
            <p:cNvCxnSpPr/>
            <p:nvPr/>
          </p:nvCxnSpPr>
          <p:spPr>
            <a:xfrm>
              <a:off x="990625" y="3968175"/>
              <a:ext cx="23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96" name="Google Shape;96;p15"/>
          <p:cNvCxnSpPr/>
          <p:nvPr/>
        </p:nvCxnSpPr>
        <p:spPr>
          <a:xfrm>
            <a:off x="2119800" y="46197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713225" y="1338288"/>
            <a:ext cx="3440100" cy="9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7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ubTitle" idx="1"/>
          </p:nvPr>
        </p:nvSpPr>
        <p:spPr>
          <a:xfrm>
            <a:off x="713225" y="2314513"/>
            <a:ext cx="2639400" cy="11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76" name="Google Shape;176;p24"/>
          <p:cNvCxnSpPr/>
          <p:nvPr/>
        </p:nvCxnSpPr>
        <p:spPr>
          <a:xfrm>
            <a:off x="0" y="472122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7" name="Google Shape;177;p24"/>
          <p:cNvGrpSpPr/>
          <p:nvPr/>
        </p:nvGrpSpPr>
        <p:grpSpPr>
          <a:xfrm>
            <a:off x="790074" y="632675"/>
            <a:ext cx="636900" cy="322800"/>
            <a:chOff x="790074" y="3806775"/>
            <a:chExt cx="636900" cy="322800"/>
          </a:xfrm>
        </p:grpSpPr>
        <p:sp>
          <p:nvSpPr>
            <p:cNvPr id="178" name="Google Shape;178;p24"/>
            <p:cNvSpPr/>
            <p:nvPr/>
          </p:nvSpPr>
          <p:spPr>
            <a:xfrm>
              <a:off x="790074" y="3806775"/>
              <a:ext cx="636900" cy="322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9" name="Google Shape;179;p24"/>
            <p:cNvCxnSpPr/>
            <p:nvPr/>
          </p:nvCxnSpPr>
          <p:spPr>
            <a:xfrm>
              <a:off x="990625" y="3968175"/>
              <a:ext cx="23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4438625" y="445025"/>
            <a:ext cx="34578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ubTitle" idx="1"/>
          </p:nvPr>
        </p:nvSpPr>
        <p:spPr>
          <a:xfrm>
            <a:off x="4438625" y="1956325"/>
            <a:ext cx="3992100" cy="24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ctor"/>
              <a:buChar char="●"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  <p:cxnSp>
        <p:nvCxnSpPr>
          <p:cNvPr id="183" name="Google Shape;183;p25"/>
          <p:cNvCxnSpPr/>
          <p:nvPr/>
        </p:nvCxnSpPr>
        <p:spPr>
          <a:xfrm>
            <a:off x="0" y="46197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2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37"/>
          <p:cNvGrpSpPr/>
          <p:nvPr/>
        </p:nvGrpSpPr>
        <p:grpSpPr>
          <a:xfrm>
            <a:off x="790074" y="4263975"/>
            <a:ext cx="636900" cy="322800"/>
            <a:chOff x="790074" y="3806775"/>
            <a:chExt cx="636900" cy="322800"/>
          </a:xfrm>
        </p:grpSpPr>
        <p:sp>
          <p:nvSpPr>
            <p:cNvPr id="281" name="Google Shape;281;p37"/>
            <p:cNvSpPr/>
            <p:nvPr/>
          </p:nvSpPr>
          <p:spPr>
            <a:xfrm>
              <a:off x="790074" y="3806775"/>
              <a:ext cx="636900" cy="322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2" name="Google Shape;282;p37"/>
            <p:cNvCxnSpPr/>
            <p:nvPr/>
          </p:nvCxnSpPr>
          <p:spPr>
            <a:xfrm>
              <a:off x="990625" y="3968175"/>
              <a:ext cx="23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83" name="Google Shape;283;p37"/>
          <p:cNvGrpSpPr/>
          <p:nvPr/>
        </p:nvGrpSpPr>
        <p:grpSpPr>
          <a:xfrm flipH="1">
            <a:off x="7254218" y="2021295"/>
            <a:ext cx="1259755" cy="3123261"/>
            <a:chOff x="2330682" y="1468700"/>
            <a:chExt cx="824447" cy="2044019"/>
          </a:xfrm>
        </p:grpSpPr>
        <p:sp>
          <p:nvSpPr>
            <p:cNvPr id="284" name="Google Shape;284;p37"/>
            <p:cNvSpPr/>
            <p:nvPr/>
          </p:nvSpPr>
          <p:spPr>
            <a:xfrm>
              <a:off x="2519514" y="2137089"/>
              <a:ext cx="635615" cy="611378"/>
            </a:xfrm>
            <a:custGeom>
              <a:avLst/>
              <a:gdLst/>
              <a:ahLst/>
              <a:cxnLst/>
              <a:rect l="l" t="t" r="r" b="b"/>
              <a:pathLst>
                <a:path w="19302" h="18566" extrusionOk="0">
                  <a:moveTo>
                    <a:pt x="13070" y="0"/>
                  </a:moveTo>
                  <a:cubicBezTo>
                    <a:pt x="12789" y="0"/>
                    <a:pt x="12499" y="104"/>
                    <a:pt x="12250" y="229"/>
                  </a:cubicBezTo>
                  <a:cubicBezTo>
                    <a:pt x="11003" y="867"/>
                    <a:pt x="9940" y="1901"/>
                    <a:pt x="8633" y="2357"/>
                  </a:cubicBezTo>
                  <a:cubicBezTo>
                    <a:pt x="8025" y="2570"/>
                    <a:pt x="7386" y="2661"/>
                    <a:pt x="6809" y="2934"/>
                  </a:cubicBezTo>
                  <a:cubicBezTo>
                    <a:pt x="3739" y="4393"/>
                    <a:pt x="4012" y="8892"/>
                    <a:pt x="3040" y="11597"/>
                  </a:cubicBezTo>
                  <a:cubicBezTo>
                    <a:pt x="2584" y="12843"/>
                    <a:pt x="0" y="17038"/>
                    <a:pt x="1034" y="18223"/>
                  </a:cubicBezTo>
                  <a:cubicBezTo>
                    <a:pt x="1241" y="18458"/>
                    <a:pt x="1409" y="18537"/>
                    <a:pt x="1563" y="18537"/>
                  </a:cubicBezTo>
                  <a:cubicBezTo>
                    <a:pt x="1880" y="18537"/>
                    <a:pt x="2137" y="18200"/>
                    <a:pt x="2568" y="18200"/>
                  </a:cubicBezTo>
                  <a:cubicBezTo>
                    <a:pt x="2630" y="18200"/>
                    <a:pt x="2696" y="18207"/>
                    <a:pt x="2766" y="18223"/>
                  </a:cubicBezTo>
                  <a:cubicBezTo>
                    <a:pt x="3070" y="18314"/>
                    <a:pt x="3374" y="18527"/>
                    <a:pt x="3708" y="18558"/>
                  </a:cubicBezTo>
                  <a:cubicBezTo>
                    <a:pt x="3750" y="18563"/>
                    <a:pt x="3791" y="18566"/>
                    <a:pt x="3832" y="18566"/>
                  </a:cubicBezTo>
                  <a:cubicBezTo>
                    <a:pt x="4476" y="18566"/>
                    <a:pt x="5007" y="17913"/>
                    <a:pt x="5350" y="17342"/>
                  </a:cubicBezTo>
                  <a:cubicBezTo>
                    <a:pt x="6383" y="15731"/>
                    <a:pt x="7295" y="14059"/>
                    <a:pt x="8116" y="12327"/>
                  </a:cubicBezTo>
                  <a:cubicBezTo>
                    <a:pt x="8420" y="11658"/>
                    <a:pt x="9423" y="8253"/>
                    <a:pt x="10122" y="8193"/>
                  </a:cubicBezTo>
                  <a:cubicBezTo>
                    <a:pt x="10129" y="8192"/>
                    <a:pt x="10137" y="8192"/>
                    <a:pt x="10145" y="8192"/>
                  </a:cubicBezTo>
                  <a:cubicBezTo>
                    <a:pt x="10769" y="8192"/>
                    <a:pt x="12316" y="10568"/>
                    <a:pt x="12766" y="10959"/>
                  </a:cubicBezTo>
                  <a:cubicBezTo>
                    <a:pt x="13718" y="11751"/>
                    <a:pt x="14899" y="12567"/>
                    <a:pt x="16169" y="12567"/>
                  </a:cubicBezTo>
                  <a:cubicBezTo>
                    <a:pt x="16360" y="12567"/>
                    <a:pt x="16554" y="12549"/>
                    <a:pt x="16748" y="12509"/>
                  </a:cubicBezTo>
                  <a:cubicBezTo>
                    <a:pt x="17751" y="12327"/>
                    <a:pt x="18572" y="11536"/>
                    <a:pt x="18937" y="10594"/>
                  </a:cubicBezTo>
                  <a:cubicBezTo>
                    <a:pt x="19301" y="9652"/>
                    <a:pt x="19241" y="8588"/>
                    <a:pt x="18997" y="7615"/>
                  </a:cubicBezTo>
                  <a:cubicBezTo>
                    <a:pt x="18238" y="4910"/>
                    <a:pt x="16049" y="2387"/>
                    <a:pt x="14073" y="533"/>
                  </a:cubicBezTo>
                  <a:cubicBezTo>
                    <a:pt x="13830" y="320"/>
                    <a:pt x="13557" y="77"/>
                    <a:pt x="13253" y="16"/>
                  </a:cubicBezTo>
                  <a:cubicBezTo>
                    <a:pt x="13192" y="5"/>
                    <a:pt x="13131" y="0"/>
                    <a:pt x="1307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2502489" y="2544998"/>
              <a:ext cx="166198" cy="684648"/>
            </a:xfrm>
            <a:custGeom>
              <a:avLst/>
              <a:gdLst/>
              <a:ahLst/>
              <a:cxnLst/>
              <a:rect l="l" t="t" r="r" b="b"/>
              <a:pathLst>
                <a:path w="5047" h="20791" fill="none" extrusionOk="0">
                  <a:moveTo>
                    <a:pt x="5046" y="0"/>
                  </a:moveTo>
                  <a:cubicBezTo>
                    <a:pt x="3131" y="2918"/>
                    <a:pt x="1642" y="6414"/>
                    <a:pt x="1277" y="9940"/>
                  </a:cubicBezTo>
                  <a:cubicBezTo>
                    <a:pt x="943" y="13557"/>
                    <a:pt x="1672" y="17356"/>
                    <a:pt x="0" y="2079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7"/>
            <p:cNvSpPr/>
            <p:nvPr/>
          </p:nvSpPr>
          <p:spPr>
            <a:xfrm>
              <a:off x="2361349" y="1468700"/>
              <a:ext cx="507517" cy="1142111"/>
            </a:xfrm>
            <a:custGeom>
              <a:avLst/>
              <a:gdLst/>
              <a:ahLst/>
              <a:cxnLst/>
              <a:rect l="l" t="t" r="r" b="b"/>
              <a:pathLst>
                <a:path w="15412" h="34683" extrusionOk="0">
                  <a:moveTo>
                    <a:pt x="6626" y="4517"/>
                  </a:moveTo>
                  <a:cubicBezTo>
                    <a:pt x="7077" y="4517"/>
                    <a:pt x="7246" y="5616"/>
                    <a:pt x="7296" y="5936"/>
                  </a:cubicBezTo>
                  <a:cubicBezTo>
                    <a:pt x="7389" y="6704"/>
                    <a:pt x="7210" y="7004"/>
                    <a:pt x="6961" y="7004"/>
                  </a:cubicBezTo>
                  <a:cubicBezTo>
                    <a:pt x="6560" y="7004"/>
                    <a:pt x="5974" y="6222"/>
                    <a:pt x="6049" y="5359"/>
                  </a:cubicBezTo>
                  <a:cubicBezTo>
                    <a:pt x="6049" y="5359"/>
                    <a:pt x="6049" y="5359"/>
                    <a:pt x="6049" y="5328"/>
                  </a:cubicBezTo>
                  <a:cubicBezTo>
                    <a:pt x="6080" y="5116"/>
                    <a:pt x="6110" y="4872"/>
                    <a:pt x="6262" y="4720"/>
                  </a:cubicBezTo>
                  <a:cubicBezTo>
                    <a:pt x="6400" y="4576"/>
                    <a:pt x="6521" y="4517"/>
                    <a:pt x="6626" y="4517"/>
                  </a:cubicBezTo>
                  <a:close/>
                  <a:moveTo>
                    <a:pt x="11187" y="8259"/>
                  </a:moveTo>
                  <a:cubicBezTo>
                    <a:pt x="11412" y="8259"/>
                    <a:pt x="11540" y="8423"/>
                    <a:pt x="11429" y="8915"/>
                  </a:cubicBezTo>
                  <a:cubicBezTo>
                    <a:pt x="11156" y="10313"/>
                    <a:pt x="10153" y="11468"/>
                    <a:pt x="8937" y="12106"/>
                  </a:cubicBezTo>
                  <a:cubicBezTo>
                    <a:pt x="8694" y="12258"/>
                    <a:pt x="8420" y="12350"/>
                    <a:pt x="8147" y="12350"/>
                  </a:cubicBezTo>
                  <a:cubicBezTo>
                    <a:pt x="7873" y="12350"/>
                    <a:pt x="7569" y="12228"/>
                    <a:pt x="7478" y="11955"/>
                  </a:cubicBezTo>
                  <a:cubicBezTo>
                    <a:pt x="7356" y="11651"/>
                    <a:pt x="7508" y="11316"/>
                    <a:pt x="7660" y="11073"/>
                  </a:cubicBezTo>
                  <a:cubicBezTo>
                    <a:pt x="8268" y="10070"/>
                    <a:pt x="9089" y="9401"/>
                    <a:pt x="10031" y="8793"/>
                  </a:cubicBezTo>
                  <a:cubicBezTo>
                    <a:pt x="10321" y="8612"/>
                    <a:pt x="10858" y="8259"/>
                    <a:pt x="11187" y="8259"/>
                  </a:cubicBezTo>
                  <a:close/>
                  <a:moveTo>
                    <a:pt x="3739" y="14629"/>
                  </a:moveTo>
                  <a:cubicBezTo>
                    <a:pt x="5411" y="14660"/>
                    <a:pt x="5411" y="17304"/>
                    <a:pt x="5198" y="18733"/>
                  </a:cubicBezTo>
                  <a:cubicBezTo>
                    <a:pt x="5138" y="18976"/>
                    <a:pt x="5107" y="19189"/>
                    <a:pt x="5077" y="19341"/>
                  </a:cubicBezTo>
                  <a:cubicBezTo>
                    <a:pt x="5049" y="19479"/>
                    <a:pt x="4971" y="19618"/>
                    <a:pt x="4842" y="19618"/>
                  </a:cubicBezTo>
                  <a:cubicBezTo>
                    <a:pt x="4829" y="19618"/>
                    <a:pt x="4816" y="19617"/>
                    <a:pt x="4803" y="19614"/>
                  </a:cubicBezTo>
                  <a:cubicBezTo>
                    <a:pt x="4742" y="19614"/>
                    <a:pt x="4682" y="19523"/>
                    <a:pt x="4651" y="19462"/>
                  </a:cubicBezTo>
                  <a:cubicBezTo>
                    <a:pt x="3952" y="18246"/>
                    <a:pt x="3496" y="16909"/>
                    <a:pt x="3314" y="15511"/>
                  </a:cubicBezTo>
                  <a:cubicBezTo>
                    <a:pt x="3283" y="15328"/>
                    <a:pt x="3283" y="15146"/>
                    <a:pt x="3344" y="14964"/>
                  </a:cubicBezTo>
                  <a:cubicBezTo>
                    <a:pt x="3405" y="14781"/>
                    <a:pt x="3557" y="14629"/>
                    <a:pt x="3739" y="14629"/>
                  </a:cubicBezTo>
                  <a:close/>
                  <a:moveTo>
                    <a:pt x="8238" y="20830"/>
                  </a:moveTo>
                  <a:cubicBezTo>
                    <a:pt x="8299" y="20982"/>
                    <a:pt x="8359" y="21164"/>
                    <a:pt x="8390" y="21286"/>
                  </a:cubicBezTo>
                  <a:cubicBezTo>
                    <a:pt x="8451" y="21711"/>
                    <a:pt x="8390" y="22015"/>
                    <a:pt x="7904" y="22350"/>
                  </a:cubicBezTo>
                  <a:cubicBezTo>
                    <a:pt x="7630" y="22549"/>
                    <a:pt x="7049" y="22891"/>
                    <a:pt x="6615" y="22891"/>
                  </a:cubicBezTo>
                  <a:cubicBezTo>
                    <a:pt x="6519" y="22891"/>
                    <a:pt x="6430" y="22875"/>
                    <a:pt x="6353" y="22836"/>
                  </a:cubicBezTo>
                  <a:cubicBezTo>
                    <a:pt x="6171" y="22745"/>
                    <a:pt x="6049" y="22532"/>
                    <a:pt x="6080" y="22350"/>
                  </a:cubicBezTo>
                  <a:cubicBezTo>
                    <a:pt x="6080" y="22167"/>
                    <a:pt x="6201" y="21985"/>
                    <a:pt x="6323" y="21863"/>
                  </a:cubicBezTo>
                  <a:cubicBezTo>
                    <a:pt x="6809" y="21286"/>
                    <a:pt x="7508" y="20891"/>
                    <a:pt x="8238" y="20830"/>
                  </a:cubicBezTo>
                  <a:close/>
                  <a:moveTo>
                    <a:pt x="11135" y="1"/>
                  </a:moveTo>
                  <a:cubicBezTo>
                    <a:pt x="10928" y="1"/>
                    <a:pt x="10739" y="14"/>
                    <a:pt x="10578" y="39"/>
                  </a:cubicBezTo>
                  <a:cubicBezTo>
                    <a:pt x="6688" y="617"/>
                    <a:pt x="4682" y="3960"/>
                    <a:pt x="3010" y="7122"/>
                  </a:cubicBezTo>
                  <a:cubicBezTo>
                    <a:pt x="2979" y="7182"/>
                    <a:pt x="2949" y="7213"/>
                    <a:pt x="2979" y="7274"/>
                  </a:cubicBezTo>
                  <a:cubicBezTo>
                    <a:pt x="2979" y="7365"/>
                    <a:pt x="3040" y="7395"/>
                    <a:pt x="3101" y="7456"/>
                  </a:cubicBezTo>
                  <a:cubicBezTo>
                    <a:pt x="3770" y="8003"/>
                    <a:pt x="4195" y="8885"/>
                    <a:pt x="4226" y="9796"/>
                  </a:cubicBezTo>
                  <a:cubicBezTo>
                    <a:pt x="4226" y="9888"/>
                    <a:pt x="4195" y="9979"/>
                    <a:pt x="4165" y="10070"/>
                  </a:cubicBezTo>
                  <a:cubicBezTo>
                    <a:pt x="4095" y="10163"/>
                    <a:pt x="3972" y="10203"/>
                    <a:pt x="3850" y="10203"/>
                  </a:cubicBezTo>
                  <a:cubicBezTo>
                    <a:pt x="3813" y="10203"/>
                    <a:pt x="3775" y="10199"/>
                    <a:pt x="3739" y="10192"/>
                  </a:cubicBezTo>
                  <a:cubicBezTo>
                    <a:pt x="3618" y="10131"/>
                    <a:pt x="3496" y="10009"/>
                    <a:pt x="3405" y="9918"/>
                  </a:cubicBezTo>
                  <a:cubicBezTo>
                    <a:pt x="3040" y="9492"/>
                    <a:pt x="2827" y="9037"/>
                    <a:pt x="2645" y="8520"/>
                  </a:cubicBezTo>
                  <a:cubicBezTo>
                    <a:pt x="1490" y="10769"/>
                    <a:pt x="1125" y="14265"/>
                    <a:pt x="1399" y="16727"/>
                  </a:cubicBezTo>
                  <a:cubicBezTo>
                    <a:pt x="1551" y="18216"/>
                    <a:pt x="2098" y="19857"/>
                    <a:pt x="1976" y="21347"/>
                  </a:cubicBezTo>
                  <a:cubicBezTo>
                    <a:pt x="1855" y="23170"/>
                    <a:pt x="1095" y="24903"/>
                    <a:pt x="609" y="26666"/>
                  </a:cubicBezTo>
                  <a:cubicBezTo>
                    <a:pt x="61" y="28581"/>
                    <a:pt x="1" y="30709"/>
                    <a:pt x="396" y="32684"/>
                  </a:cubicBezTo>
                  <a:cubicBezTo>
                    <a:pt x="548" y="33414"/>
                    <a:pt x="913" y="34113"/>
                    <a:pt x="1581" y="34478"/>
                  </a:cubicBezTo>
                  <a:cubicBezTo>
                    <a:pt x="1821" y="34614"/>
                    <a:pt x="2103" y="34683"/>
                    <a:pt x="2384" y="34683"/>
                  </a:cubicBezTo>
                  <a:cubicBezTo>
                    <a:pt x="2854" y="34683"/>
                    <a:pt x="3321" y="34493"/>
                    <a:pt x="3587" y="34113"/>
                  </a:cubicBezTo>
                  <a:cubicBezTo>
                    <a:pt x="3779" y="34177"/>
                    <a:pt x="3978" y="34207"/>
                    <a:pt x="4177" y="34207"/>
                  </a:cubicBezTo>
                  <a:cubicBezTo>
                    <a:pt x="4929" y="34207"/>
                    <a:pt x="5683" y="33776"/>
                    <a:pt x="6019" y="33079"/>
                  </a:cubicBezTo>
                  <a:cubicBezTo>
                    <a:pt x="6323" y="32380"/>
                    <a:pt x="6232" y="31590"/>
                    <a:pt x="6201" y="30830"/>
                  </a:cubicBezTo>
                  <a:cubicBezTo>
                    <a:pt x="6141" y="28277"/>
                    <a:pt x="7052" y="26210"/>
                    <a:pt x="8511" y="24204"/>
                  </a:cubicBezTo>
                  <a:cubicBezTo>
                    <a:pt x="9940" y="22259"/>
                    <a:pt x="9788" y="19249"/>
                    <a:pt x="10335" y="16939"/>
                  </a:cubicBezTo>
                  <a:cubicBezTo>
                    <a:pt x="10882" y="14599"/>
                    <a:pt x="12098" y="12471"/>
                    <a:pt x="13162" y="10344"/>
                  </a:cubicBezTo>
                  <a:cubicBezTo>
                    <a:pt x="14135" y="8337"/>
                    <a:pt x="15411" y="6362"/>
                    <a:pt x="15047" y="4143"/>
                  </a:cubicBezTo>
                  <a:cubicBezTo>
                    <a:pt x="14986" y="3930"/>
                    <a:pt x="14955" y="3717"/>
                    <a:pt x="14864" y="3474"/>
                  </a:cubicBezTo>
                  <a:cubicBezTo>
                    <a:pt x="14864" y="3444"/>
                    <a:pt x="14864" y="3413"/>
                    <a:pt x="14803" y="3383"/>
                  </a:cubicBezTo>
                  <a:cubicBezTo>
                    <a:pt x="14786" y="3365"/>
                    <a:pt x="14765" y="3358"/>
                    <a:pt x="14744" y="3358"/>
                  </a:cubicBezTo>
                  <a:cubicBezTo>
                    <a:pt x="14692" y="3358"/>
                    <a:pt x="14634" y="3401"/>
                    <a:pt x="14591" y="3444"/>
                  </a:cubicBezTo>
                  <a:cubicBezTo>
                    <a:pt x="14013" y="3930"/>
                    <a:pt x="13314" y="4325"/>
                    <a:pt x="12584" y="4568"/>
                  </a:cubicBezTo>
                  <a:cubicBezTo>
                    <a:pt x="12535" y="4581"/>
                    <a:pt x="12470" y="4593"/>
                    <a:pt x="12407" y="4593"/>
                  </a:cubicBezTo>
                  <a:cubicBezTo>
                    <a:pt x="12314" y="4593"/>
                    <a:pt x="12225" y="4567"/>
                    <a:pt x="12189" y="4477"/>
                  </a:cubicBezTo>
                  <a:cubicBezTo>
                    <a:pt x="12159" y="4386"/>
                    <a:pt x="12189" y="4325"/>
                    <a:pt x="12220" y="4264"/>
                  </a:cubicBezTo>
                  <a:cubicBezTo>
                    <a:pt x="12463" y="3808"/>
                    <a:pt x="12797" y="3413"/>
                    <a:pt x="13223" y="3109"/>
                  </a:cubicBezTo>
                  <a:cubicBezTo>
                    <a:pt x="13648" y="2805"/>
                    <a:pt x="14256" y="2532"/>
                    <a:pt x="14287" y="2015"/>
                  </a:cubicBezTo>
                  <a:cubicBezTo>
                    <a:pt x="14365" y="523"/>
                    <a:pt x="12415" y="1"/>
                    <a:pt x="1113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2410415" y="2260709"/>
              <a:ext cx="119141" cy="1026000"/>
            </a:xfrm>
            <a:custGeom>
              <a:avLst/>
              <a:gdLst/>
              <a:ahLst/>
              <a:cxnLst/>
              <a:rect l="l" t="t" r="r" b="b"/>
              <a:pathLst>
                <a:path w="3618" h="31157" fill="none" extrusionOk="0">
                  <a:moveTo>
                    <a:pt x="0" y="31156"/>
                  </a:moveTo>
                  <a:cubicBezTo>
                    <a:pt x="669" y="29941"/>
                    <a:pt x="1337" y="28694"/>
                    <a:pt x="1641" y="27327"/>
                  </a:cubicBezTo>
                  <a:cubicBezTo>
                    <a:pt x="1854" y="26415"/>
                    <a:pt x="1915" y="25442"/>
                    <a:pt x="1976" y="24469"/>
                  </a:cubicBezTo>
                  <a:cubicBezTo>
                    <a:pt x="2006" y="23801"/>
                    <a:pt x="1945" y="23618"/>
                    <a:pt x="2067" y="22980"/>
                  </a:cubicBezTo>
                  <a:cubicBezTo>
                    <a:pt x="2857" y="19302"/>
                    <a:pt x="3617" y="15472"/>
                    <a:pt x="2553" y="11916"/>
                  </a:cubicBezTo>
                  <a:cubicBezTo>
                    <a:pt x="2037" y="10183"/>
                    <a:pt x="1125" y="8573"/>
                    <a:pt x="973" y="6779"/>
                  </a:cubicBezTo>
                  <a:cubicBezTo>
                    <a:pt x="821" y="4348"/>
                    <a:pt x="2128" y="2068"/>
                    <a:pt x="3404" y="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7"/>
            <p:cNvSpPr/>
            <p:nvPr/>
          </p:nvSpPr>
          <p:spPr>
            <a:xfrm>
              <a:off x="2330682" y="3113509"/>
              <a:ext cx="338001" cy="399210"/>
            </a:xfrm>
            <a:custGeom>
              <a:avLst/>
              <a:gdLst/>
              <a:ahLst/>
              <a:cxnLst/>
              <a:rect l="l" t="t" r="r" b="b"/>
              <a:pathLst>
                <a:path w="13588" h="12123" extrusionOk="0">
                  <a:moveTo>
                    <a:pt x="1" y="1"/>
                  </a:moveTo>
                  <a:cubicBezTo>
                    <a:pt x="1" y="1"/>
                    <a:pt x="1277" y="10852"/>
                    <a:pt x="1551" y="12068"/>
                  </a:cubicBezTo>
                  <a:cubicBezTo>
                    <a:pt x="1561" y="12109"/>
                    <a:pt x="2746" y="12122"/>
                    <a:pt x="4323" y="12122"/>
                  </a:cubicBezTo>
                  <a:cubicBezTo>
                    <a:pt x="7475" y="12122"/>
                    <a:pt x="12189" y="12068"/>
                    <a:pt x="12189" y="12068"/>
                  </a:cubicBezTo>
                  <a:cubicBezTo>
                    <a:pt x="12250" y="11946"/>
                    <a:pt x="12737" y="5959"/>
                    <a:pt x="12858" y="5472"/>
                  </a:cubicBezTo>
                  <a:lnTo>
                    <a:pt x="1358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89" name="Google Shape;289;p37"/>
          <p:cNvCxnSpPr/>
          <p:nvPr/>
        </p:nvCxnSpPr>
        <p:spPr>
          <a:xfrm>
            <a:off x="2119800" y="46197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2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/>
          <p:nvPr/>
        </p:nvSpPr>
        <p:spPr>
          <a:xfrm>
            <a:off x="-517325" y="1618328"/>
            <a:ext cx="2760300" cy="276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38"/>
          <p:cNvGrpSpPr/>
          <p:nvPr/>
        </p:nvGrpSpPr>
        <p:grpSpPr>
          <a:xfrm>
            <a:off x="7748824" y="632675"/>
            <a:ext cx="636900" cy="322800"/>
            <a:chOff x="790074" y="3806775"/>
            <a:chExt cx="636900" cy="322800"/>
          </a:xfrm>
        </p:grpSpPr>
        <p:sp>
          <p:nvSpPr>
            <p:cNvPr id="293" name="Google Shape;293;p38"/>
            <p:cNvSpPr/>
            <p:nvPr/>
          </p:nvSpPr>
          <p:spPr>
            <a:xfrm>
              <a:off x="790074" y="3806775"/>
              <a:ext cx="636900" cy="322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4" name="Google Shape;294;p38"/>
            <p:cNvCxnSpPr/>
            <p:nvPr/>
          </p:nvCxnSpPr>
          <p:spPr>
            <a:xfrm>
              <a:off x="990625" y="3968175"/>
              <a:ext cx="23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95" name="Google Shape;295;p38"/>
          <p:cNvGrpSpPr/>
          <p:nvPr/>
        </p:nvGrpSpPr>
        <p:grpSpPr>
          <a:xfrm flipH="1">
            <a:off x="244674" y="1853382"/>
            <a:ext cx="1628002" cy="3290198"/>
            <a:chOff x="6795049" y="1179275"/>
            <a:chExt cx="916719" cy="1852694"/>
          </a:xfrm>
        </p:grpSpPr>
        <p:sp>
          <p:nvSpPr>
            <p:cNvPr id="296" name="Google Shape;296;p38"/>
            <p:cNvSpPr/>
            <p:nvPr/>
          </p:nvSpPr>
          <p:spPr>
            <a:xfrm flipH="1">
              <a:off x="7005588" y="1179275"/>
              <a:ext cx="520739" cy="924305"/>
            </a:xfrm>
            <a:custGeom>
              <a:avLst/>
              <a:gdLst/>
              <a:ahLst/>
              <a:cxnLst/>
              <a:rect l="l" t="t" r="r" b="b"/>
              <a:pathLst>
                <a:path w="16559" h="29392" extrusionOk="0">
                  <a:moveTo>
                    <a:pt x="8501" y="4644"/>
                  </a:moveTo>
                  <a:cubicBezTo>
                    <a:pt x="8562" y="4644"/>
                    <a:pt x="8636" y="4667"/>
                    <a:pt x="8724" y="4719"/>
                  </a:cubicBezTo>
                  <a:cubicBezTo>
                    <a:pt x="8937" y="4841"/>
                    <a:pt x="8998" y="5084"/>
                    <a:pt x="9059" y="5297"/>
                  </a:cubicBezTo>
                  <a:cubicBezTo>
                    <a:pt x="9211" y="5874"/>
                    <a:pt x="9302" y="6452"/>
                    <a:pt x="9332" y="6999"/>
                  </a:cubicBezTo>
                  <a:cubicBezTo>
                    <a:pt x="9332" y="7090"/>
                    <a:pt x="9332" y="7364"/>
                    <a:pt x="9271" y="7576"/>
                  </a:cubicBezTo>
                  <a:cubicBezTo>
                    <a:pt x="9252" y="7733"/>
                    <a:pt x="9195" y="7852"/>
                    <a:pt x="9100" y="7852"/>
                  </a:cubicBezTo>
                  <a:cubicBezTo>
                    <a:pt x="9047" y="7852"/>
                    <a:pt x="8983" y="7815"/>
                    <a:pt x="8907" y="7728"/>
                  </a:cubicBezTo>
                  <a:cubicBezTo>
                    <a:pt x="8420" y="7242"/>
                    <a:pt x="8299" y="6543"/>
                    <a:pt x="8268" y="5874"/>
                  </a:cubicBezTo>
                  <a:cubicBezTo>
                    <a:pt x="8242" y="5637"/>
                    <a:pt x="8101" y="4644"/>
                    <a:pt x="8501" y="4644"/>
                  </a:cubicBezTo>
                  <a:close/>
                  <a:moveTo>
                    <a:pt x="12372" y="12501"/>
                  </a:moveTo>
                  <a:cubicBezTo>
                    <a:pt x="12493" y="12501"/>
                    <a:pt x="12585" y="12531"/>
                    <a:pt x="12645" y="12653"/>
                  </a:cubicBezTo>
                  <a:cubicBezTo>
                    <a:pt x="12676" y="12713"/>
                    <a:pt x="12676" y="12865"/>
                    <a:pt x="12615" y="12926"/>
                  </a:cubicBezTo>
                  <a:cubicBezTo>
                    <a:pt x="11825" y="13686"/>
                    <a:pt x="10761" y="14081"/>
                    <a:pt x="9697" y="14081"/>
                  </a:cubicBezTo>
                  <a:cubicBezTo>
                    <a:pt x="9484" y="14081"/>
                    <a:pt x="9393" y="13747"/>
                    <a:pt x="9575" y="13625"/>
                  </a:cubicBezTo>
                  <a:cubicBezTo>
                    <a:pt x="9636" y="13595"/>
                    <a:pt x="9697" y="13564"/>
                    <a:pt x="9758" y="13504"/>
                  </a:cubicBezTo>
                  <a:cubicBezTo>
                    <a:pt x="9788" y="13443"/>
                    <a:pt x="9819" y="13382"/>
                    <a:pt x="9910" y="13321"/>
                  </a:cubicBezTo>
                  <a:cubicBezTo>
                    <a:pt x="10609" y="12956"/>
                    <a:pt x="11399" y="12561"/>
                    <a:pt x="12189" y="12501"/>
                  </a:cubicBezTo>
                  <a:close/>
                  <a:moveTo>
                    <a:pt x="4855" y="12077"/>
                  </a:moveTo>
                  <a:cubicBezTo>
                    <a:pt x="4939" y="12077"/>
                    <a:pt x="5024" y="12087"/>
                    <a:pt x="5107" y="12105"/>
                  </a:cubicBezTo>
                  <a:cubicBezTo>
                    <a:pt x="5350" y="12197"/>
                    <a:pt x="5563" y="12349"/>
                    <a:pt x="5746" y="12561"/>
                  </a:cubicBezTo>
                  <a:cubicBezTo>
                    <a:pt x="6232" y="13139"/>
                    <a:pt x="6475" y="13899"/>
                    <a:pt x="6566" y="14659"/>
                  </a:cubicBezTo>
                  <a:cubicBezTo>
                    <a:pt x="6597" y="15054"/>
                    <a:pt x="6566" y="15449"/>
                    <a:pt x="6384" y="15753"/>
                  </a:cubicBezTo>
                  <a:cubicBezTo>
                    <a:pt x="6170" y="16087"/>
                    <a:pt x="5968" y="16221"/>
                    <a:pt x="5782" y="16221"/>
                  </a:cubicBezTo>
                  <a:cubicBezTo>
                    <a:pt x="5119" y="16221"/>
                    <a:pt x="4648" y="14525"/>
                    <a:pt x="4530" y="14051"/>
                  </a:cubicBezTo>
                  <a:cubicBezTo>
                    <a:pt x="4439" y="13656"/>
                    <a:pt x="3983" y="12592"/>
                    <a:pt x="4347" y="12257"/>
                  </a:cubicBezTo>
                  <a:cubicBezTo>
                    <a:pt x="4474" y="12130"/>
                    <a:pt x="4661" y="12077"/>
                    <a:pt x="4855" y="12077"/>
                  </a:cubicBezTo>
                  <a:close/>
                  <a:moveTo>
                    <a:pt x="13172" y="0"/>
                  </a:moveTo>
                  <a:cubicBezTo>
                    <a:pt x="12729" y="0"/>
                    <a:pt x="12240" y="117"/>
                    <a:pt x="11703" y="373"/>
                  </a:cubicBezTo>
                  <a:cubicBezTo>
                    <a:pt x="11764" y="677"/>
                    <a:pt x="11825" y="950"/>
                    <a:pt x="11916" y="1224"/>
                  </a:cubicBezTo>
                  <a:cubicBezTo>
                    <a:pt x="11977" y="1558"/>
                    <a:pt x="12037" y="1893"/>
                    <a:pt x="12037" y="2227"/>
                  </a:cubicBezTo>
                  <a:cubicBezTo>
                    <a:pt x="12037" y="2409"/>
                    <a:pt x="12007" y="2592"/>
                    <a:pt x="11977" y="2774"/>
                  </a:cubicBezTo>
                  <a:cubicBezTo>
                    <a:pt x="11916" y="2987"/>
                    <a:pt x="11855" y="3139"/>
                    <a:pt x="11642" y="3200"/>
                  </a:cubicBezTo>
                  <a:cubicBezTo>
                    <a:pt x="11618" y="3208"/>
                    <a:pt x="11591" y="3211"/>
                    <a:pt x="11565" y="3211"/>
                  </a:cubicBezTo>
                  <a:cubicBezTo>
                    <a:pt x="11492" y="3211"/>
                    <a:pt x="11421" y="3183"/>
                    <a:pt x="11399" y="3139"/>
                  </a:cubicBezTo>
                  <a:cubicBezTo>
                    <a:pt x="10913" y="2531"/>
                    <a:pt x="10761" y="1771"/>
                    <a:pt x="10670" y="1011"/>
                  </a:cubicBezTo>
                  <a:cubicBezTo>
                    <a:pt x="10487" y="1133"/>
                    <a:pt x="10274" y="1285"/>
                    <a:pt x="10092" y="1467"/>
                  </a:cubicBezTo>
                  <a:cubicBezTo>
                    <a:pt x="6779" y="4263"/>
                    <a:pt x="4439" y="8032"/>
                    <a:pt x="2888" y="12166"/>
                  </a:cubicBezTo>
                  <a:cubicBezTo>
                    <a:pt x="1885" y="14841"/>
                    <a:pt x="1247" y="17607"/>
                    <a:pt x="882" y="20434"/>
                  </a:cubicBezTo>
                  <a:cubicBezTo>
                    <a:pt x="609" y="22653"/>
                    <a:pt x="1" y="25875"/>
                    <a:pt x="669" y="28063"/>
                  </a:cubicBezTo>
                  <a:cubicBezTo>
                    <a:pt x="821" y="28580"/>
                    <a:pt x="1217" y="29066"/>
                    <a:pt x="1733" y="29188"/>
                  </a:cubicBezTo>
                  <a:cubicBezTo>
                    <a:pt x="1801" y="29203"/>
                    <a:pt x="1869" y="29210"/>
                    <a:pt x="1938" y="29210"/>
                  </a:cubicBezTo>
                  <a:cubicBezTo>
                    <a:pt x="2428" y="29210"/>
                    <a:pt x="2919" y="28847"/>
                    <a:pt x="2919" y="28367"/>
                  </a:cubicBezTo>
                  <a:cubicBezTo>
                    <a:pt x="2983" y="29101"/>
                    <a:pt x="3448" y="29391"/>
                    <a:pt x="3978" y="29391"/>
                  </a:cubicBezTo>
                  <a:cubicBezTo>
                    <a:pt x="4457" y="29391"/>
                    <a:pt x="4988" y="29154"/>
                    <a:pt x="5320" y="28793"/>
                  </a:cubicBezTo>
                  <a:cubicBezTo>
                    <a:pt x="10700" y="22926"/>
                    <a:pt x="14469" y="15601"/>
                    <a:pt x="16110" y="7820"/>
                  </a:cubicBezTo>
                  <a:lnTo>
                    <a:pt x="16110" y="7820"/>
                  </a:lnTo>
                  <a:cubicBezTo>
                    <a:pt x="14834" y="8367"/>
                    <a:pt x="13557" y="8853"/>
                    <a:pt x="12189" y="9005"/>
                  </a:cubicBezTo>
                  <a:cubicBezTo>
                    <a:pt x="12178" y="9007"/>
                    <a:pt x="12167" y="9007"/>
                    <a:pt x="12157" y="9007"/>
                  </a:cubicBezTo>
                  <a:cubicBezTo>
                    <a:pt x="11959" y="9007"/>
                    <a:pt x="11802" y="8752"/>
                    <a:pt x="11946" y="8580"/>
                  </a:cubicBezTo>
                  <a:cubicBezTo>
                    <a:pt x="12645" y="7728"/>
                    <a:pt x="13740" y="7181"/>
                    <a:pt x="14773" y="6786"/>
                  </a:cubicBezTo>
                  <a:cubicBezTo>
                    <a:pt x="15290" y="6573"/>
                    <a:pt x="15806" y="6421"/>
                    <a:pt x="16354" y="6269"/>
                  </a:cubicBezTo>
                  <a:cubicBezTo>
                    <a:pt x="16558" y="3253"/>
                    <a:pt x="15516" y="0"/>
                    <a:pt x="1317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8"/>
            <p:cNvSpPr/>
            <p:nvPr/>
          </p:nvSpPr>
          <p:spPr>
            <a:xfrm flipH="1">
              <a:off x="6795049" y="1817172"/>
              <a:ext cx="639516" cy="653070"/>
            </a:xfrm>
            <a:custGeom>
              <a:avLst/>
              <a:gdLst/>
              <a:ahLst/>
              <a:cxnLst/>
              <a:rect l="l" t="t" r="r" b="b"/>
              <a:pathLst>
                <a:path w="20336" h="20767" extrusionOk="0">
                  <a:moveTo>
                    <a:pt x="16779" y="6714"/>
                  </a:moveTo>
                  <a:cubicBezTo>
                    <a:pt x="17022" y="6714"/>
                    <a:pt x="17296" y="6775"/>
                    <a:pt x="17417" y="6988"/>
                  </a:cubicBezTo>
                  <a:cubicBezTo>
                    <a:pt x="17569" y="7292"/>
                    <a:pt x="17235" y="7596"/>
                    <a:pt x="16931" y="7778"/>
                  </a:cubicBezTo>
                  <a:cubicBezTo>
                    <a:pt x="16901" y="7808"/>
                    <a:pt x="16901" y="7808"/>
                    <a:pt x="16870" y="7839"/>
                  </a:cubicBezTo>
                  <a:cubicBezTo>
                    <a:pt x="15958" y="8325"/>
                    <a:pt x="14986" y="8903"/>
                    <a:pt x="13952" y="9024"/>
                  </a:cubicBezTo>
                  <a:cubicBezTo>
                    <a:pt x="13853" y="9033"/>
                    <a:pt x="13699" y="9045"/>
                    <a:pt x="13529" y="9045"/>
                  </a:cubicBezTo>
                  <a:cubicBezTo>
                    <a:pt x="13127" y="9045"/>
                    <a:pt x="12630" y="8980"/>
                    <a:pt x="12524" y="8660"/>
                  </a:cubicBezTo>
                  <a:cubicBezTo>
                    <a:pt x="12341" y="8112"/>
                    <a:pt x="13253" y="7596"/>
                    <a:pt x="13618" y="7413"/>
                  </a:cubicBezTo>
                  <a:cubicBezTo>
                    <a:pt x="14591" y="6957"/>
                    <a:pt x="15685" y="6714"/>
                    <a:pt x="16779" y="6714"/>
                  </a:cubicBezTo>
                  <a:close/>
                  <a:moveTo>
                    <a:pt x="10927" y="5510"/>
                  </a:moveTo>
                  <a:cubicBezTo>
                    <a:pt x="10986" y="5510"/>
                    <a:pt x="11043" y="5524"/>
                    <a:pt x="11095" y="5559"/>
                  </a:cubicBezTo>
                  <a:cubicBezTo>
                    <a:pt x="11430" y="5802"/>
                    <a:pt x="11521" y="6198"/>
                    <a:pt x="11490" y="6653"/>
                  </a:cubicBezTo>
                  <a:cubicBezTo>
                    <a:pt x="11430" y="7565"/>
                    <a:pt x="10852" y="8720"/>
                    <a:pt x="10518" y="9146"/>
                  </a:cubicBezTo>
                  <a:cubicBezTo>
                    <a:pt x="10453" y="9253"/>
                    <a:pt x="10328" y="9361"/>
                    <a:pt x="10217" y="9361"/>
                  </a:cubicBezTo>
                  <a:cubicBezTo>
                    <a:pt x="10171" y="9361"/>
                    <a:pt x="10128" y="9342"/>
                    <a:pt x="10092" y="9298"/>
                  </a:cubicBezTo>
                  <a:cubicBezTo>
                    <a:pt x="10062" y="9267"/>
                    <a:pt x="10062" y="9207"/>
                    <a:pt x="10062" y="9146"/>
                  </a:cubicBezTo>
                  <a:cubicBezTo>
                    <a:pt x="10031" y="8872"/>
                    <a:pt x="10031" y="8416"/>
                    <a:pt x="10062" y="8295"/>
                  </a:cubicBezTo>
                  <a:cubicBezTo>
                    <a:pt x="10001" y="7444"/>
                    <a:pt x="9849" y="6380"/>
                    <a:pt x="10518" y="5711"/>
                  </a:cubicBezTo>
                  <a:cubicBezTo>
                    <a:pt x="10626" y="5603"/>
                    <a:pt x="10781" y="5510"/>
                    <a:pt x="10927" y="5510"/>
                  </a:cubicBezTo>
                  <a:close/>
                  <a:moveTo>
                    <a:pt x="9732" y="14091"/>
                  </a:moveTo>
                  <a:cubicBezTo>
                    <a:pt x="10332" y="14091"/>
                    <a:pt x="10997" y="14179"/>
                    <a:pt x="11034" y="14496"/>
                  </a:cubicBezTo>
                  <a:cubicBezTo>
                    <a:pt x="11065" y="14799"/>
                    <a:pt x="10761" y="15012"/>
                    <a:pt x="10305" y="15164"/>
                  </a:cubicBezTo>
                  <a:cubicBezTo>
                    <a:pt x="9515" y="15438"/>
                    <a:pt x="8329" y="15468"/>
                    <a:pt x="8056" y="15529"/>
                  </a:cubicBezTo>
                  <a:cubicBezTo>
                    <a:pt x="7630" y="15590"/>
                    <a:pt x="7204" y="15651"/>
                    <a:pt x="6809" y="15711"/>
                  </a:cubicBezTo>
                  <a:cubicBezTo>
                    <a:pt x="6718" y="15559"/>
                    <a:pt x="6870" y="15377"/>
                    <a:pt x="6992" y="15225"/>
                  </a:cubicBezTo>
                  <a:cubicBezTo>
                    <a:pt x="7539" y="14769"/>
                    <a:pt x="8147" y="14374"/>
                    <a:pt x="8846" y="14161"/>
                  </a:cubicBezTo>
                  <a:cubicBezTo>
                    <a:pt x="8999" y="14126"/>
                    <a:pt x="9353" y="14091"/>
                    <a:pt x="9732" y="14091"/>
                  </a:cubicBezTo>
                  <a:close/>
                  <a:moveTo>
                    <a:pt x="18891" y="0"/>
                  </a:moveTo>
                  <a:cubicBezTo>
                    <a:pt x="18590" y="0"/>
                    <a:pt x="18276" y="71"/>
                    <a:pt x="17995" y="149"/>
                  </a:cubicBezTo>
                  <a:cubicBezTo>
                    <a:pt x="16931" y="453"/>
                    <a:pt x="15898" y="818"/>
                    <a:pt x="14895" y="1273"/>
                  </a:cubicBezTo>
                  <a:cubicBezTo>
                    <a:pt x="14864" y="1273"/>
                    <a:pt x="15168" y="3918"/>
                    <a:pt x="15047" y="4252"/>
                  </a:cubicBezTo>
                  <a:cubicBezTo>
                    <a:pt x="14940" y="4549"/>
                    <a:pt x="14493" y="4921"/>
                    <a:pt x="14109" y="4921"/>
                  </a:cubicBezTo>
                  <a:cubicBezTo>
                    <a:pt x="13943" y="4921"/>
                    <a:pt x="13789" y="4852"/>
                    <a:pt x="13679" y="4678"/>
                  </a:cubicBezTo>
                  <a:cubicBezTo>
                    <a:pt x="13588" y="4526"/>
                    <a:pt x="13588" y="4343"/>
                    <a:pt x="13588" y="4161"/>
                  </a:cubicBezTo>
                  <a:cubicBezTo>
                    <a:pt x="13618" y="3462"/>
                    <a:pt x="13679" y="2732"/>
                    <a:pt x="13648" y="2003"/>
                  </a:cubicBezTo>
                  <a:lnTo>
                    <a:pt x="13648" y="2003"/>
                  </a:lnTo>
                  <a:cubicBezTo>
                    <a:pt x="10852" y="3219"/>
                    <a:pt x="8420" y="5134"/>
                    <a:pt x="6353" y="7413"/>
                  </a:cubicBezTo>
                  <a:cubicBezTo>
                    <a:pt x="5867" y="7991"/>
                    <a:pt x="4773" y="8903"/>
                    <a:pt x="4803" y="9693"/>
                  </a:cubicBezTo>
                  <a:cubicBezTo>
                    <a:pt x="4803" y="10149"/>
                    <a:pt x="5168" y="10726"/>
                    <a:pt x="5229" y="11213"/>
                  </a:cubicBezTo>
                  <a:cubicBezTo>
                    <a:pt x="5290" y="11760"/>
                    <a:pt x="5290" y="12337"/>
                    <a:pt x="5198" y="12885"/>
                  </a:cubicBezTo>
                  <a:cubicBezTo>
                    <a:pt x="5198" y="13006"/>
                    <a:pt x="5138" y="13158"/>
                    <a:pt x="5016" y="13189"/>
                  </a:cubicBezTo>
                  <a:cubicBezTo>
                    <a:pt x="4997" y="13195"/>
                    <a:pt x="4978" y="13198"/>
                    <a:pt x="4959" y="13198"/>
                  </a:cubicBezTo>
                  <a:cubicBezTo>
                    <a:pt x="4803" y="13198"/>
                    <a:pt x="4678" y="12984"/>
                    <a:pt x="4651" y="12793"/>
                  </a:cubicBezTo>
                  <a:cubicBezTo>
                    <a:pt x="4499" y="11973"/>
                    <a:pt x="4469" y="11152"/>
                    <a:pt x="4378" y="10301"/>
                  </a:cubicBezTo>
                  <a:cubicBezTo>
                    <a:pt x="2584" y="12094"/>
                    <a:pt x="1642" y="15012"/>
                    <a:pt x="1065" y="17413"/>
                  </a:cubicBezTo>
                  <a:cubicBezTo>
                    <a:pt x="943" y="17991"/>
                    <a:pt x="1" y="20392"/>
                    <a:pt x="578" y="20757"/>
                  </a:cubicBezTo>
                  <a:cubicBezTo>
                    <a:pt x="589" y="20764"/>
                    <a:pt x="607" y="20767"/>
                    <a:pt x="631" y="20767"/>
                  </a:cubicBezTo>
                  <a:cubicBezTo>
                    <a:pt x="1156" y="20767"/>
                    <a:pt x="4710" y="19260"/>
                    <a:pt x="5320" y="19085"/>
                  </a:cubicBezTo>
                  <a:cubicBezTo>
                    <a:pt x="8572" y="18295"/>
                    <a:pt x="11733" y="16532"/>
                    <a:pt x="13983" y="13766"/>
                  </a:cubicBezTo>
                  <a:cubicBezTo>
                    <a:pt x="15351" y="12094"/>
                    <a:pt x="16658" y="10301"/>
                    <a:pt x="17721" y="8386"/>
                  </a:cubicBezTo>
                  <a:cubicBezTo>
                    <a:pt x="18572" y="6836"/>
                    <a:pt x="20031" y="4313"/>
                    <a:pt x="19880" y="2520"/>
                  </a:cubicBezTo>
                  <a:cubicBezTo>
                    <a:pt x="19606" y="2520"/>
                    <a:pt x="19302" y="2611"/>
                    <a:pt x="18998" y="2732"/>
                  </a:cubicBezTo>
                  <a:cubicBezTo>
                    <a:pt x="18694" y="2854"/>
                    <a:pt x="18390" y="2976"/>
                    <a:pt x="18025" y="2976"/>
                  </a:cubicBezTo>
                  <a:cubicBezTo>
                    <a:pt x="17995" y="2976"/>
                    <a:pt x="17934" y="2976"/>
                    <a:pt x="17904" y="2945"/>
                  </a:cubicBezTo>
                  <a:cubicBezTo>
                    <a:pt x="17843" y="2915"/>
                    <a:pt x="17843" y="2854"/>
                    <a:pt x="17843" y="2824"/>
                  </a:cubicBezTo>
                  <a:cubicBezTo>
                    <a:pt x="17813" y="2398"/>
                    <a:pt x="18177" y="2033"/>
                    <a:pt x="18572" y="1881"/>
                  </a:cubicBezTo>
                  <a:cubicBezTo>
                    <a:pt x="18876" y="1729"/>
                    <a:pt x="19849" y="1760"/>
                    <a:pt x="20062" y="1547"/>
                  </a:cubicBezTo>
                  <a:cubicBezTo>
                    <a:pt x="20335" y="1243"/>
                    <a:pt x="19940" y="453"/>
                    <a:pt x="19667" y="240"/>
                  </a:cubicBezTo>
                  <a:cubicBezTo>
                    <a:pt x="19445" y="63"/>
                    <a:pt x="19174" y="0"/>
                    <a:pt x="1889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8"/>
            <p:cNvSpPr/>
            <p:nvPr/>
          </p:nvSpPr>
          <p:spPr>
            <a:xfrm flipH="1">
              <a:off x="7093297" y="2145853"/>
              <a:ext cx="366112" cy="535331"/>
            </a:xfrm>
            <a:custGeom>
              <a:avLst/>
              <a:gdLst/>
              <a:ahLst/>
              <a:cxnLst/>
              <a:rect l="l" t="t" r="r" b="b"/>
              <a:pathLst>
                <a:path w="11642" h="17023" fill="none" extrusionOk="0">
                  <a:moveTo>
                    <a:pt x="11642" y="1"/>
                  </a:moveTo>
                  <a:cubicBezTo>
                    <a:pt x="9423" y="1946"/>
                    <a:pt x="7235" y="3892"/>
                    <a:pt x="5046" y="5837"/>
                  </a:cubicBezTo>
                  <a:cubicBezTo>
                    <a:pt x="3861" y="6870"/>
                    <a:pt x="2675" y="7934"/>
                    <a:pt x="1855" y="9302"/>
                  </a:cubicBezTo>
                  <a:cubicBezTo>
                    <a:pt x="517" y="11551"/>
                    <a:pt x="244" y="14348"/>
                    <a:pt x="0" y="17022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8"/>
            <p:cNvSpPr/>
            <p:nvPr/>
          </p:nvSpPr>
          <p:spPr>
            <a:xfrm flipH="1">
              <a:off x="7207985" y="1467233"/>
              <a:ext cx="270543" cy="1289473"/>
            </a:xfrm>
            <a:custGeom>
              <a:avLst/>
              <a:gdLst/>
              <a:ahLst/>
              <a:cxnLst/>
              <a:rect l="l" t="t" r="r" b="b"/>
              <a:pathLst>
                <a:path w="8603" h="41004" fill="none" extrusionOk="0">
                  <a:moveTo>
                    <a:pt x="8602" y="0"/>
                  </a:moveTo>
                  <a:cubicBezTo>
                    <a:pt x="6536" y="4620"/>
                    <a:pt x="1399" y="17660"/>
                    <a:pt x="639" y="22766"/>
                  </a:cubicBezTo>
                  <a:cubicBezTo>
                    <a:pt x="213" y="25441"/>
                    <a:pt x="183" y="28177"/>
                    <a:pt x="122" y="30882"/>
                  </a:cubicBezTo>
                  <a:lnTo>
                    <a:pt x="1" y="410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8"/>
            <p:cNvSpPr/>
            <p:nvPr/>
          </p:nvSpPr>
          <p:spPr>
            <a:xfrm flipH="1">
              <a:off x="7227099" y="2628560"/>
              <a:ext cx="484669" cy="403409"/>
            </a:xfrm>
            <a:custGeom>
              <a:avLst/>
              <a:gdLst/>
              <a:ahLst/>
              <a:cxnLst/>
              <a:rect l="l" t="t" r="r" b="b"/>
              <a:pathLst>
                <a:path w="15412" h="12828" extrusionOk="0">
                  <a:moveTo>
                    <a:pt x="1" y="1"/>
                  </a:moveTo>
                  <a:cubicBezTo>
                    <a:pt x="1" y="1"/>
                    <a:pt x="1065" y="12797"/>
                    <a:pt x="1065" y="12828"/>
                  </a:cubicBezTo>
                  <a:cubicBezTo>
                    <a:pt x="1065" y="12828"/>
                    <a:pt x="14500" y="12676"/>
                    <a:pt x="14530" y="12615"/>
                  </a:cubicBezTo>
                  <a:lnTo>
                    <a:pt x="1541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01" name="Google Shape;301;p38"/>
          <p:cNvCxnSpPr/>
          <p:nvPr/>
        </p:nvCxnSpPr>
        <p:spPr>
          <a:xfrm>
            <a:off x="0" y="472122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2_1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9"/>
          <p:cNvGrpSpPr/>
          <p:nvPr/>
        </p:nvGrpSpPr>
        <p:grpSpPr>
          <a:xfrm>
            <a:off x="790074" y="4263975"/>
            <a:ext cx="636900" cy="322800"/>
            <a:chOff x="790074" y="3806775"/>
            <a:chExt cx="636900" cy="322800"/>
          </a:xfrm>
        </p:grpSpPr>
        <p:sp>
          <p:nvSpPr>
            <p:cNvPr id="304" name="Google Shape;304;p39"/>
            <p:cNvSpPr/>
            <p:nvPr/>
          </p:nvSpPr>
          <p:spPr>
            <a:xfrm>
              <a:off x="790074" y="3806775"/>
              <a:ext cx="636900" cy="322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5" name="Google Shape;305;p39"/>
            <p:cNvCxnSpPr/>
            <p:nvPr/>
          </p:nvCxnSpPr>
          <p:spPr>
            <a:xfrm>
              <a:off x="990625" y="3968175"/>
              <a:ext cx="23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06" name="Google Shape;306;p39"/>
          <p:cNvGrpSpPr/>
          <p:nvPr/>
        </p:nvGrpSpPr>
        <p:grpSpPr>
          <a:xfrm>
            <a:off x="7146121" y="2125283"/>
            <a:ext cx="1150439" cy="3018223"/>
            <a:chOff x="7005588" y="1179275"/>
            <a:chExt cx="706180" cy="1852694"/>
          </a:xfrm>
        </p:grpSpPr>
        <p:sp>
          <p:nvSpPr>
            <p:cNvPr id="307" name="Google Shape;307;p39"/>
            <p:cNvSpPr/>
            <p:nvPr/>
          </p:nvSpPr>
          <p:spPr>
            <a:xfrm flipH="1">
              <a:off x="7005588" y="1179275"/>
              <a:ext cx="520739" cy="924305"/>
            </a:xfrm>
            <a:custGeom>
              <a:avLst/>
              <a:gdLst/>
              <a:ahLst/>
              <a:cxnLst/>
              <a:rect l="l" t="t" r="r" b="b"/>
              <a:pathLst>
                <a:path w="16559" h="29392" extrusionOk="0">
                  <a:moveTo>
                    <a:pt x="8501" y="4644"/>
                  </a:moveTo>
                  <a:cubicBezTo>
                    <a:pt x="8562" y="4644"/>
                    <a:pt x="8636" y="4667"/>
                    <a:pt x="8724" y="4719"/>
                  </a:cubicBezTo>
                  <a:cubicBezTo>
                    <a:pt x="8937" y="4841"/>
                    <a:pt x="8998" y="5084"/>
                    <a:pt x="9059" y="5297"/>
                  </a:cubicBezTo>
                  <a:cubicBezTo>
                    <a:pt x="9211" y="5874"/>
                    <a:pt x="9302" y="6452"/>
                    <a:pt x="9332" y="6999"/>
                  </a:cubicBezTo>
                  <a:cubicBezTo>
                    <a:pt x="9332" y="7090"/>
                    <a:pt x="9332" y="7364"/>
                    <a:pt x="9271" y="7576"/>
                  </a:cubicBezTo>
                  <a:cubicBezTo>
                    <a:pt x="9252" y="7733"/>
                    <a:pt x="9195" y="7852"/>
                    <a:pt x="9100" y="7852"/>
                  </a:cubicBezTo>
                  <a:cubicBezTo>
                    <a:pt x="9047" y="7852"/>
                    <a:pt x="8983" y="7815"/>
                    <a:pt x="8907" y="7728"/>
                  </a:cubicBezTo>
                  <a:cubicBezTo>
                    <a:pt x="8420" y="7242"/>
                    <a:pt x="8299" y="6543"/>
                    <a:pt x="8268" y="5874"/>
                  </a:cubicBezTo>
                  <a:cubicBezTo>
                    <a:pt x="8242" y="5637"/>
                    <a:pt x="8101" y="4644"/>
                    <a:pt x="8501" y="4644"/>
                  </a:cubicBezTo>
                  <a:close/>
                  <a:moveTo>
                    <a:pt x="12372" y="12501"/>
                  </a:moveTo>
                  <a:cubicBezTo>
                    <a:pt x="12493" y="12501"/>
                    <a:pt x="12585" y="12531"/>
                    <a:pt x="12645" y="12653"/>
                  </a:cubicBezTo>
                  <a:cubicBezTo>
                    <a:pt x="12676" y="12713"/>
                    <a:pt x="12676" y="12865"/>
                    <a:pt x="12615" y="12926"/>
                  </a:cubicBezTo>
                  <a:cubicBezTo>
                    <a:pt x="11825" y="13686"/>
                    <a:pt x="10761" y="14081"/>
                    <a:pt x="9697" y="14081"/>
                  </a:cubicBezTo>
                  <a:cubicBezTo>
                    <a:pt x="9484" y="14081"/>
                    <a:pt x="9393" y="13747"/>
                    <a:pt x="9575" y="13625"/>
                  </a:cubicBezTo>
                  <a:cubicBezTo>
                    <a:pt x="9636" y="13595"/>
                    <a:pt x="9697" y="13564"/>
                    <a:pt x="9758" y="13504"/>
                  </a:cubicBezTo>
                  <a:cubicBezTo>
                    <a:pt x="9788" y="13443"/>
                    <a:pt x="9819" y="13382"/>
                    <a:pt x="9910" y="13321"/>
                  </a:cubicBezTo>
                  <a:cubicBezTo>
                    <a:pt x="10609" y="12956"/>
                    <a:pt x="11399" y="12561"/>
                    <a:pt x="12189" y="12501"/>
                  </a:cubicBezTo>
                  <a:close/>
                  <a:moveTo>
                    <a:pt x="4855" y="12077"/>
                  </a:moveTo>
                  <a:cubicBezTo>
                    <a:pt x="4939" y="12077"/>
                    <a:pt x="5024" y="12087"/>
                    <a:pt x="5107" y="12105"/>
                  </a:cubicBezTo>
                  <a:cubicBezTo>
                    <a:pt x="5350" y="12197"/>
                    <a:pt x="5563" y="12349"/>
                    <a:pt x="5746" y="12561"/>
                  </a:cubicBezTo>
                  <a:cubicBezTo>
                    <a:pt x="6232" y="13139"/>
                    <a:pt x="6475" y="13899"/>
                    <a:pt x="6566" y="14659"/>
                  </a:cubicBezTo>
                  <a:cubicBezTo>
                    <a:pt x="6597" y="15054"/>
                    <a:pt x="6566" y="15449"/>
                    <a:pt x="6384" y="15753"/>
                  </a:cubicBezTo>
                  <a:cubicBezTo>
                    <a:pt x="6170" y="16087"/>
                    <a:pt x="5968" y="16221"/>
                    <a:pt x="5782" y="16221"/>
                  </a:cubicBezTo>
                  <a:cubicBezTo>
                    <a:pt x="5119" y="16221"/>
                    <a:pt x="4648" y="14525"/>
                    <a:pt x="4530" y="14051"/>
                  </a:cubicBezTo>
                  <a:cubicBezTo>
                    <a:pt x="4439" y="13656"/>
                    <a:pt x="3983" y="12592"/>
                    <a:pt x="4347" y="12257"/>
                  </a:cubicBezTo>
                  <a:cubicBezTo>
                    <a:pt x="4474" y="12130"/>
                    <a:pt x="4661" y="12077"/>
                    <a:pt x="4855" y="12077"/>
                  </a:cubicBezTo>
                  <a:close/>
                  <a:moveTo>
                    <a:pt x="13172" y="0"/>
                  </a:moveTo>
                  <a:cubicBezTo>
                    <a:pt x="12729" y="0"/>
                    <a:pt x="12240" y="117"/>
                    <a:pt x="11703" y="373"/>
                  </a:cubicBezTo>
                  <a:cubicBezTo>
                    <a:pt x="11764" y="677"/>
                    <a:pt x="11825" y="950"/>
                    <a:pt x="11916" y="1224"/>
                  </a:cubicBezTo>
                  <a:cubicBezTo>
                    <a:pt x="11977" y="1558"/>
                    <a:pt x="12037" y="1893"/>
                    <a:pt x="12037" y="2227"/>
                  </a:cubicBezTo>
                  <a:cubicBezTo>
                    <a:pt x="12037" y="2409"/>
                    <a:pt x="12007" y="2592"/>
                    <a:pt x="11977" y="2774"/>
                  </a:cubicBezTo>
                  <a:cubicBezTo>
                    <a:pt x="11916" y="2987"/>
                    <a:pt x="11855" y="3139"/>
                    <a:pt x="11642" y="3200"/>
                  </a:cubicBezTo>
                  <a:cubicBezTo>
                    <a:pt x="11618" y="3208"/>
                    <a:pt x="11591" y="3211"/>
                    <a:pt x="11565" y="3211"/>
                  </a:cubicBezTo>
                  <a:cubicBezTo>
                    <a:pt x="11492" y="3211"/>
                    <a:pt x="11421" y="3183"/>
                    <a:pt x="11399" y="3139"/>
                  </a:cubicBezTo>
                  <a:cubicBezTo>
                    <a:pt x="10913" y="2531"/>
                    <a:pt x="10761" y="1771"/>
                    <a:pt x="10670" y="1011"/>
                  </a:cubicBezTo>
                  <a:cubicBezTo>
                    <a:pt x="10487" y="1133"/>
                    <a:pt x="10274" y="1285"/>
                    <a:pt x="10092" y="1467"/>
                  </a:cubicBezTo>
                  <a:cubicBezTo>
                    <a:pt x="6779" y="4263"/>
                    <a:pt x="4439" y="8032"/>
                    <a:pt x="2888" y="12166"/>
                  </a:cubicBezTo>
                  <a:cubicBezTo>
                    <a:pt x="1885" y="14841"/>
                    <a:pt x="1247" y="17607"/>
                    <a:pt x="882" y="20434"/>
                  </a:cubicBezTo>
                  <a:cubicBezTo>
                    <a:pt x="609" y="22653"/>
                    <a:pt x="1" y="25875"/>
                    <a:pt x="669" y="28063"/>
                  </a:cubicBezTo>
                  <a:cubicBezTo>
                    <a:pt x="821" y="28580"/>
                    <a:pt x="1217" y="29066"/>
                    <a:pt x="1733" y="29188"/>
                  </a:cubicBezTo>
                  <a:cubicBezTo>
                    <a:pt x="1801" y="29203"/>
                    <a:pt x="1869" y="29210"/>
                    <a:pt x="1938" y="29210"/>
                  </a:cubicBezTo>
                  <a:cubicBezTo>
                    <a:pt x="2428" y="29210"/>
                    <a:pt x="2919" y="28847"/>
                    <a:pt x="2919" y="28367"/>
                  </a:cubicBezTo>
                  <a:cubicBezTo>
                    <a:pt x="2983" y="29101"/>
                    <a:pt x="3448" y="29391"/>
                    <a:pt x="3978" y="29391"/>
                  </a:cubicBezTo>
                  <a:cubicBezTo>
                    <a:pt x="4457" y="29391"/>
                    <a:pt x="4988" y="29154"/>
                    <a:pt x="5320" y="28793"/>
                  </a:cubicBezTo>
                  <a:cubicBezTo>
                    <a:pt x="10700" y="22926"/>
                    <a:pt x="14469" y="15601"/>
                    <a:pt x="16110" y="7820"/>
                  </a:cubicBezTo>
                  <a:lnTo>
                    <a:pt x="16110" y="7820"/>
                  </a:lnTo>
                  <a:cubicBezTo>
                    <a:pt x="14834" y="8367"/>
                    <a:pt x="13557" y="8853"/>
                    <a:pt x="12189" y="9005"/>
                  </a:cubicBezTo>
                  <a:cubicBezTo>
                    <a:pt x="12178" y="9007"/>
                    <a:pt x="12167" y="9007"/>
                    <a:pt x="12157" y="9007"/>
                  </a:cubicBezTo>
                  <a:cubicBezTo>
                    <a:pt x="11959" y="9007"/>
                    <a:pt x="11802" y="8752"/>
                    <a:pt x="11946" y="8580"/>
                  </a:cubicBezTo>
                  <a:cubicBezTo>
                    <a:pt x="12645" y="7728"/>
                    <a:pt x="13740" y="7181"/>
                    <a:pt x="14773" y="6786"/>
                  </a:cubicBezTo>
                  <a:cubicBezTo>
                    <a:pt x="15290" y="6573"/>
                    <a:pt x="15806" y="6421"/>
                    <a:pt x="16354" y="6269"/>
                  </a:cubicBezTo>
                  <a:cubicBezTo>
                    <a:pt x="16558" y="3253"/>
                    <a:pt x="15516" y="0"/>
                    <a:pt x="1317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9"/>
            <p:cNvSpPr/>
            <p:nvPr/>
          </p:nvSpPr>
          <p:spPr>
            <a:xfrm flipH="1">
              <a:off x="7207985" y="1467233"/>
              <a:ext cx="270543" cy="1289473"/>
            </a:xfrm>
            <a:custGeom>
              <a:avLst/>
              <a:gdLst/>
              <a:ahLst/>
              <a:cxnLst/>
              <a:rect l="l" t="t" r="r" b="b"/>
              <a:pathLst>
                <a:path w="8603" h="41004" fill="none" extrusionOk="0">
                  <a:moveTo>
                    <a:pt x="8602" y="0"/>
                  </a:moveTo>
                  <a:cubicBezTo>
                    <a:pt x="6536" y="4620"/>
                    <a:pt x="1399" y="17660"/>
                    <a:pt x="639" y="22766"/>
                  </a:cubicBezTo>
                  <a:cubicBezTo>
                    <a:pt x="213" y="25441"/>
                    <a:pt x="183" y="28177"/>
                    <a:pt x="122" y="30882"/>
                  </a:cubicBezTo>
                  <a:lnTo>
                    <a:pt x="1" y="410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9"/>
            <p:cNvSpPr/>
            <p:nvPr/>
          </p:nvSpPr>
          <p:spPr>
            <a:xfrm flipH="1">
              <a:off x="7227099" y="2628560"/>
              <a:ext cx="484669" cy="403409"/>
            </a:xfrm>
            <a:custGeom>
              <a:avLst/>
              <a:gdLst/>
              <a:ahLst/>
              <a:cxnLst/>
              <a:rect l="l" t="t" r="r" b="b"/>
              <a:pathLst>
                <a:path w="15412" h="12828" extrusionOk="0">
                  <a:moveTo>
                    <a:pt x="1" y="1"/>
                  </a:moveTo>
                  <a:cubicBezTo>
                    <a:pt x="1" y="1"/>
                    <a:pt x="1065" y="12797"/>
                    <a:pt x="1065" y="12828"/>
                  </a:cubicBezTo>
                  <a:cubicBezTo>
                    <a:pt x="1065" y="12828"/>
                    <a:pt x="14500" y="12676"/>
                    <a:pt x="14530" y="12615"/>
                  </a:cubicBezTo>
                  <a:lnTo>
                    <a:pt x="1541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10" name="Google Shape;310;p39"/>
          <p:cNvCxnSpPr/>
          <p:nvPr/>
        </p:nvCxnSpPr>
        <p:spPr>
          <a:xfrm>
            <a:off x="0" y="461975"/>
            <a:ext cx="70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l Messiri"/>
              <a:buNone/>
              <a:defRPr sz="33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l Messiri"/>
              <a:buNone/>
              <a:defRPr sz="33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l Messiri"/>
              <a:buNone/>
              <a:defRPr sz="33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l Messiri"/>
              <a:buNone/>
              <a:defRPr sz="33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l Messiri"/>
              <a:buNone/>
              <a:defRPr sz="33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l Messiri"/>
              <a:buNone/>
              <a:defRPr sz="33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l Messiri"/>
              <a:buNone/>
              <a:defRPr sz="33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l Messiri"/>
              <a:buNone/>
              <a:defRPr sz="33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l Messiri"/>
              <a:buNone/>
              <a:defRPr sz="3300" b="1">
                <a:solidFill>
                  <a:schemeClr val="dk1"/>
                </a:solidFill>
                <a:latin typeface="El Messiri"/>
                <a:ea typeface="El Messiri"/>
                <a:cs typeface="El Messiri"/>
                <a:sym typeface="El Messi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loo 2"/>
              <a:buChar char="●"/>
              <a:defRPr sz="1800"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○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■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●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○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■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●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○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loo 2"/>
              <a:buChar char="■"/>
              <a:defRPr>
                <a:solidFill>
                  <a:schemeClr val="dk1"/>
                </a:solidFill>
                <a:latin typeface="Baloo 2"/>
                <a:ea typeface="Baloo 2"/>
                <a:cs typeface="Baloo 2"/>
                <a:sym typeface="Baloo 2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70" r:id="rId11"/>
    <p:sldLayoutId id="2147483671" r:id="rId12"/>
    <p:sldLayoutId id="2147483683" r:id="rId13"/>
    <p:sldLayoutId id="2147483684" r:id="rId14"/>
    <p:sldLayoutId id="214748368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13" name="Google Shape;313;p4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1EE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/>
          <p:nvPr/>
        </p:nvSpPr>
        <p:spPr>
          <a:xfrm>
            <a:off x="6163475" y="1051950"/>
            <a:ext cx="2222100" cy="222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ctrTitle"/>
          </p:nvPr>
        </p:nvSpPr>
        <p:spPr>
          <a:xfrm>
            <a:off x="713225" y="940862"/>
            <a:ext cx="4832100" cy="21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Concept Of Recursion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1"/>
          </p:nvPr>
        </p:nvSpPr>
        <p:spPr>
          <a:xfrm>
            <a:off x="713225" y="3109738"/>
            <a:ext cx="4832100" cy="4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C703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42"/>
          <p:cNvGrpSpPr/>
          <p:nvPr/>
        </p:nvGrpSpPr>
        <p:grpSpPr>
          <a:xfrm>
            <a:off x="790074" y="4071550"/>
            <a:ext cx="636900" cy="322800"/>
            <a:chOff x="790074" y="3806775"/>
            <a:chExt cx="636900" cy="322800"/>
          </a:xfrm>
        </p:grpSpPr>
        <p:sp>
          <p:nvSpPr>
            <p:cNvPr id="323" name="Google Shape;323;p42"/>
            <p:cNvSpPr/>
            <p:nvPr/>
          </p:nvSpPr>
          <p:spPr>
            <a:xfrm>
              <a:off x="790074" y="3806775"/>
              <a:ext cx="636900" cy="322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4" name="Google Shape;324;p42"/>
            <p:cNvCxnSpPr/>
            <p:nvPr/>
          </p:nvCxnSpPr>
          <p:spPr>
            <a:xfrm>
              <a:off x="990625" y="3968175"/>
              <a:ext cx="235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25" name="Google Shape;325;p42"/>
          <p:cNvGrpSpPr/>
          <p:nvPr/>
        </p:nvGrpSpPr>
        <p:grpSpPr>
          <a:xfrm>
            <a:off x="5573844" y="1434275"/>
            <a:ext cx="2619217" cy="2644948"/>
            <a:chOff x="5573844" y="1434275"/>
            <a:chExt cx="2619217" cy="2644948"/>
          </a:xfrm>
        </p:grpSpPr>
        <p:sp>
          <p:nvSpPr>
            <p:cNvPr id="326" name="Google Shape;326;p42"/>
            <p:cNvSpPr/>
            <p:nvPr/>
          </p:nvSpPr>
          <p:spPr>
            <a:xfrm flipH="1">
              <a:off x="5676406" y="2519183"/>
              <a:ext cx="427889" cy="1363862"/>
            </a:xfrm>
            <a:custGeom>
              <a:avLst/>
              <a:gdLst/>
              <a:ahLst/>
              <a:cxnLst/>
              <a:rect l="l" t="t" r="r" b="b"/>
              <a:pathLst>
                <a:path w="12464" h="39728" fill="none" extrusionOk="0">
                  <a:moveTo>
                    <a:pt x="12463" y="39727"/>
                  </a:moveTo>
                  <a:lnTo>
                    <a:pt x="6597" y="152"/>
                  </a:lnTo>
                  <a:cubicBezTo>
                    <a:pt x="6597" y="0"/>
                    <a:pt x="6384" y="0"/>
                    <a:pt x="6384" y="152"/>
                  </a:cubicBezTo>
                  <a:lnTo>
                    <a:pt x="1" y="3972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7" name="Google Shape;327;p42"/>
            <p:cNvGrpSpPr/>
            <p:nvPr/>
          </p:nvGrpSpPr>
          <p:grpSpPr>
            <a:xfrm>
              <a:off x="5573844" y="1434275"/>
              <a:ext cx="2619217" cy="2644948"/>
              <a:chOff x="5573844" y="1739075"/>
              <a:chExt cx="2619217" cy="2644948"/>
            </a:xfrm>
          </p:grpSpPr>
          <p:grpSp>
            <p:nvGrpSpPr>
              <p:cNvPr id="328" name="Google Shape;328;p42"/>
              <p:cNvGrpSpPr/>
              <p:nvPr/>
            </p:nvGrpSpPr>
            <p:grpSpPr>
              <a:xfrm>
                <a:off x="5573844" y="1739075"/>
                <a:ext cx="2619217" cy="2630370"/>
                <a:chOff x="6010319" y="1815275"/>
                <a:chExt cx="2619217" cy="2630370"/>
              </a:xfrm>
            </p:grpSpPr>
            <p:sp>
              <p:nvSpPr>
                <p:cNvPr id="329" name="Google Shape;329;p42"/>
                <p:cNvSpPr/>
                <p:nvPr/>
              </p:nvSpPr>
              <p:spPr>
                <a:xfrm flipH="1">
                  <a:off x="7624611" y="1999011"/>
                  <a:ext cx="219171" cy="196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4" h="5735" extrusionOk="0">
                      <a:moveTo>
                        <a:pt x="3221" y="1"/>
                      </a:moveTo>
                      <a:cubicBezTo>
                        <a:pt x="1977" y="1"/>
                        <a:pt x="833" y="800"/>
                        <a:pt x="456" y="2056"/>
                      </a:cubicBezTo>
                      <a:cubicBezTo>
                        <a:pt x="0" y="3575"/>
                        <a:pt x="851" y="5156"/>
                        <a:pt x="2371" y="5612"/>
                      </a:cubicBezTo>
                      <a:cubicBezTo>
                        <a:pt x="2649" y="5695"/>
                        <a:pt x="2929" y="5735"/>
                        <a:pt x="3205" y="5735"/>
                      </a:cubicBezTo>
                      <a:cubicBezTo>
                        <a:pt x="4441" y="5735"/>
                        <a:pt x="5585" y="4939"/>
                        <a:pt x="5958" y="3697"/>
                      </a:cubicBezTo>
                      <a:cubicBezTo>
                        <a:pt x="6383" y="2177"/>
                        <a:pt x="5532" y="566"/>
                        <a:pt x="4012" y="110"/>
                      </a:cubicBezTo>
                      <a:cubicBezTo>
                        <a:pt x="3748" y="36"/>
                        <a:pt x="3482" y="1"/>
                        <a:pt x="32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42"/>
                <p:cNvSpPr/>
                <p:nvPr/>
              </p:nvSpPr>
              <p:spPr>
                <a:xfrm flipH="1">
                  <a:off x="7677826" y="2046833"/>
                  <a:ext cx="112744" cy="101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4" h="2948" extrusionOk="0">
                      <a:moveTo>
                        <a:pt x="1671" y="0"/>
                      </a:moveTo>
                      <a:cubicBezTo>
                        <a:pt x="1041" y="0"/>
                        <a:pt x="445" y="404"/>
                        <a:pt x="244" y="1058"/>
                      </a:cubicBezTo>
                      <a:cubicBezTo>
                        <a:pt x="0" y="1818"/>
                        <a:pt x="456" y="2638"/>
                        <a:pt x="1216" y="2881"/>
                      </a:cubicBezTo>
                      <a:cubicBezTo>
                        <a:pt x="1361" y="2926"/>
                        <a:pt x="1507" y="2947"/>
                        <a:pt x="1650" y="2947"/>
                      </a:cubicBezTo>
                      <a:cubicBezTo>
                        <a:pt x="2288" y="2947"/>
                        <a:pt x="2872" y="2529"/>
                        <a:pt x="3070" y="1909"/>
                      </a:cubicBezTo>
                      <a:cubicBezTo>
                        <a:pt x="3283" y="1119"/>
                        <a:pt x="2858" y="298"/>
                        <a:pt x="2067" y="55"/>
                      </a:cubicBezTo>
                      <a:cubicBezTo>
                        <a:pt x="1936" y="18"/>
                        <a:pt x="1802" y="0"/>
                        <a:pt x="16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" name="Google Shape;331;p42"/>
                <p:cNvSpPr/>
                <p:nvPr/>
              </p:nvSpPr>
              <p:spPr>
                <a:xfrm flipH="1">
                  <a:off x="6687547" y="2409740"/>
                  <a:ext cx="849458" cy="444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43" h="12950" extrusionOk="0">
                      <a:moveTo>
                        <a:pt x="2827" y="1"/>
                      </a:moveTo>
                      <a:cubicBezTo>
                        <a:pt x="2736" y="1"/>
                        <a:pt x="2645" y="92"/>
                        <a:pt x="2615" y="183"/>
                      </a:cubicBezTo>
                      <a:lnTo>
                        <a:pt x="31" y="12675"/>
                      </a:lnTo>
                      <a:cubicBezTo>
                        <a:pt x="1" y="12827"/>
                        <a:pt x="122" y="12949"/>
                        <a:pt x="274" y="12949"/>
                      </a:cubicBezTo>
                      <a:lnTo>
                        <a:pt x="21916" y="12949"/>
                      </a:lnTo>
                      <a:cubicBezTo>
                        <a:pt x="22037" y="12949"/>
                        <a:pt x="22129" y="12888"/>
                        <a:pt x="22159" y="12767"/>
                      </a:cubicBezTo>
                      <a:lnTo>
                        <a:pt x="24712" y="274"/>
                      </a:lnTo>
                      <a:cubicBezTo>
                        <a:pt x="24743" y="153"/>
                        <a:pt x="24652" y="1"/>
                        <a:pt x="2450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" name="Google Shape;332;p42"/>
                <p:cNvSpPr/>
                <p:nvPr/>
              </p:nvSpPr>
              <p:spPr>
                <a:xfrm flipH="1">
                  <a:off x="6726137" y="2443143"/>
                  <a:ext cx="778529" cy="401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77" h="11703" extrusionOk="0">
                      <a:moveTo>
                        <a:pt x="2584" y="0"/>
                      </a:moveTo>
                      <a:cubicBezTo>
                        <a:pt x="2493" y="0"/>
                        <a:pt x="2402" y="91"/>
                        <a:pt x="2402" y="183"/>
                      </a:cubicBezTo>
                      <a:lnTo>
                        <a:pt x="31" y="11459"/>
                      </a:lnTo>
                      <a:cubicBezTo>
                        <a:pt x="1" y="11581"/>
                        <a:pt x="92" y="11702"/>
                        <a:pt x="244" y="11702"/>
                      </a:cubicBezTo>
                      <a:lnTo>
                        <a:pt x="20092" y="11702"/>
                      </a:lnTo>
                      <a:cubicBezTo>
                        <a:pt x="20184" y="11702"/>
                        <a:pt x="20275" y="11642"/>
                        <a:pt x="20275" y="11551"/>
                      </a:cubicBezTo>
                      <a:lnTo>
                        <a:pt x="22646" y="243"/>
                      </a:lnTo>
                      <a:cubicBezTo>
                        <a:pt x="22676" y="122"/>
                        <a:pt x="22585" y="0"/>
                        <a:pt x="22433" y="0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" name="Google Shape;333;p42"/>
                <p:cNvSpPr/>
                <p:nvPr/>
              </p:nvSpPr>
              <p:spPr>
                <a:xfrm flipH="1">
                  <a:off x="6845130" y="2484889"/>
                  <a:ext cx="592729" cy="11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5" h="3405" extrusionOk="0">
                      <a:moveTo>
                        <a:pt x="699" y="0"/>
                      </a:moveTo>
                      <a:lnTo>
                        <a:pt x="0" y="3404"/>
                      </a:lnTo>
                      <a:lnTo>
                        <a:pt x="16505" y="3404"/>
                      </a:lnTo>
                      <a:lnTo>
                        <a:pt x="17265" y="0"/>
                      </a:ln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" name="Google Shape;334;p42"/>
                <p:cNvSpPr/>
                <p:nvPr/>
              </p:nvSpPr>
              <p:spPr>
                <a:xfrm flipH="1">
                  <a:off x="7259404" y="2666428"/>
                  <a:ext cx="218106" cy="150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3" h="4378" extrusionOk="0">
                      <a:moveTo>
                        <a:pt x="912" y="1"/>
                      </a:moveTo>
                      <a:lnTo>
                        <a:pt x="0" y="4378"/>
                      </a:lnTo>
                      <a:lnTo>
                        <a:pt x="5441" y="4378"/>
                      </a:lnTo>
                      <a:lnTo>
                        <a:pt x="6353" y="1"/>
                      </a:ln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" name="Google Shape;335;p42"/>
                <p:cNvSpPr/>
                <p:nvPr/>
              </p:nvSpPr>
              <p:spPr>
                <a:xfrm flipH="1">
                  <a:off x="7093487" y="2626776"/>
                  <a:ext cx="179518" cy="191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9" h="5564" extrusionOk="0">
                      <a:moveTo>
                        <a:pt x="1247" y="1"/>
                      </a:moveTo>
                      <a:lnTo>
                        <a:pt x="1" y="5563"/>
                      </a:lnTo>
                      <a:lnTo>
                        <a:pt x="4043" y="5563"/>
                      </a:lnTo>
                      <a:cubicBezTo>
                        <a:pt x="4135" y="5472"/>
                        <a:pt x="5229" y="1"/>
                        <a:pt x="5229" y="1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" name="Google Shape;336;p42"/>
                <p:cNvSpPr/>
                <p:nvPr/>
              </p:nvSpPr>
              <p:spPr>
                <a:xfrm flipH="1">
                  <a:off x="6881633" y="2625746"/>
                  <a:ext cx="189955" cy="150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3" h="4378" extrusionOk="0">
                      <a:moveTo>
                        <a:pt x="882" y="0"/>
                      </a:moveTo>
                      <a:lnTo>
                        <a:pt x="0" y="4377"/>
                      </a:lnTo>
                      <a:lnTo>
                        <a:pt x="4559" y="4377"/>
                      </a:lnTo>
                      <a:lnTo>
                        <a:pt x="5532" y="0"/>
                      </a:ln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" name="Google Shape;337;p42"/>
                <p:cNvSpPr/>
                <p:nvPr/>
              </p:nvSpPr>
              <p:spPr>
                <a:xfrm flipH="1">
                  <a:off x="6744945" y="2853219"/>
                  <a:ext cx="971540" cy="35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99" h="1035" extrusionOk="0">
                      <a:moveTo>
                        <a:pt x="517" y="1"/>
                      </a:moveTo>
                      <a:cubicBezTo>
                        <a:pt x="213" y="1"/>
                        <a:pt x="1" y="213"/>
                        <a:pt x="1" y="517"/>
                      </a:cubicBezTo>
                      <a:cubicBezTo>
                        <a:pt x="1" y="791"/>
                        <a:pt x="244" y="1034"/>
                        <a:pt x="517" y="1034"/>
                      </a:cubicBezTo>
                      <a:lnTo>
                        <a:pt x="27752" y="1034"/>
                      </a:lnTo>
                      <a:cubicBezTo>
                        <a:pt x="28056" y="1034"/>
                        <a:pt x="28299" y="791"/>
                        <a:pt x="28299" y="517"/>
                      </a:cubicBezTo>
                      <a:cubicBezTo>
                        <a:pt x="28299" y="244"/>
                        <a:pt x="28056" y="1"/>
                        <a:pt x="277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8" name="Google Shape;338;p42"/>
                <p:cNvSpPr/>
                <p:nvPr/>
              </p:nvSpPr>
              <p:spPr>
                <a:xfrm flipH="1">
                  <a:off x="7467029" y="2900183"/>
                  <a:ext cx="426840" cy="1363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33" h="39728" fill="none" extrusionOk="0">
                      <a:moveTo>
                        <a:pt x="12432" y="39727"/>
                      </a:moveTo>
                      <a:lnTo>
                        <a:pt x="6596" y="152"/>
                      </a:lnTo>
                      <a:cubicBezTo>
                        <a:pt x="6566" y="0"/>
                        <a:pt x="6383" y="0"/>
                        <a:pt x="6353" y="152"/>
                      </a:cubicBezTo>
                      <a:lnTo>
                        <a:pt x="0" y="39727"/>
                      </a:ln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9" name="Google Shape;339;p42"/>
                <p:cNvSpPr/>
                <p:nvPr/>
              </p:nvSpPr>
              <p:spPr>
                <a:xfrm flipH="1">
                  <a:off x="6010319" y="2886625"/>
                  <a:ext cx="1882530" cy="6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49" h="2037" extrusionOk="0">
                      <a:moveTo>
                        <a:pt x="1" y="0"/>
                      </a:moveTo>
                      <a:lnTo>
                        <a:pt x="1" y="2037"/>
                      </a:lnTo>
                      <a:lnTo>
                        <a:pt x="64348" y="2037"/>
                      </a:lnTo>
                      <a:lnTo>
                        <a:pt x="64348" y="0"/>
                      </a:ln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0" name="Google Shape;340;p42"/>
                <p:cNvSpPr/>
                <p:nvPr/>
              </p:nvSpPr>
              <p:spPr>
                <a:xfrm flipH="1">
                  <a:off x="7393992" y="2536487"/>
                  <a:ext cx="1110341" cy="1139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42" h="33186" extrusionOk="0">
                      <a:moveTo>
                        <a:pt x="2698" y="1"/>
                      </a:moveTo>
                      <a:cubicBezTo>
                        <a:pt x="1761" y="1"/>
                        <a:pt x="1017" y="391"/>
                        <a:pt x="548" y="1293"/>
                      </a:cubicBezTo>
                      <a:cubicBezTo>
                        <a:pt x="1" y="2357"/>
                        <a:pt x="1277" y="10686"/>
                        <a:pt x="2098" y="12844"/>
                      </a:cubicBezTo>
                      <a:cubicBezTo>
                        <a:pt x="3709" y="17130"/>
                        <a:pt x="6141" y="21111"/>
                        <a:pt x="9332" y="24394"/>
                      </a:cubicBezTo>
                      <a:cubicBezTo>
                        <a:pt x="14588" y="29791"/>
                        <a:pt x="21976" y="33186"/>
                        <a:pt x="29475" y="33186"/>
                      </a:cubicBezTo>
                      <a:cubicBezTo>
                        <a:pt x="30086" y="33186"/>
                        <a:pt x="30697" y="33163"/>
                        <a:pt x="31308" y="33118"/>
                      </a:cubicBezTo>
                      <a:cubicBezTo>
                        <a:pt x="31612" y="33087"/>
                        <a:pt x="31947" y="33026"/>
                        <a:pt x="32129" y="32814"/>
                      </a:cubicBezTo>
                      <a:cubicBezTo>
                        <a:pt x="32342" y="32570"/>
                        <a:pt x="32311" y="32206"/>
                        <a:pt x="32281" y="31902"/>
                      </a:cubicBezTo>
                      <a:cubicBezTo>
                        <a:pt x="31521" y="25488"/>
                        <a:pt x="26840" y="20321"/>
                        <a:pt x="22402" y="15610"/>
                      </a:cubicBezTo>
                      <a:cubicBezTo>
                        <a:pt x="20069" y="13147"/>
                        <a:pt x="8136" y="1"/>
                        <a:pt x="2698" y="1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341;p42"/>
                <p:cNvSpPr/>
                <p:nvPr/>
              </p:nvSpPr>
              <p:spPr>
                <a:xfrm flipH="1">
                  <a:off x="6140744" y="3867511"/>
                  <a:ext cx="410155" cy="341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7" h="9938" extrusionOk="0">
                      <a:moveTo>
                        <a:pt x="2463" y="0"/>
                      </a:moveTo>
                      <a:cubicBezTo>
                        <a:pt x="2432" y="61"/>
                        <a:pt x="2402" y="122"/>
                        <a:pt x="2371" y="183"/>
                      </a:cubicBezTo>
                      <a:cubicBezTo>
                        <a:pt x="1520" y="1854"/>
                        <a:pt x="760" y="3587"/>
                        <a:pt x="1" y="5289"/>
                      </a:cubicBezTo>
                      <a:cubicBezTo>
                        <a:pt x="2493" y="6596"/>
                        <a:pt x="5077" y="7812"/>
                        <a:pt x="7478" y="8997"/>
                      </a:cubicBezTo>
                      <a:cubicBezTo>
                        <a:pt x="7782" y="9149"/>
                        <a:pt x="8207" y="9180"/>
                        <a:pt x="8511" y="9301"/>
                      </a:cubicBezTo>
                      <a:cubicBezTo>
                        <a:pt x="8961" y="9539"/>
                        <a:pt x="8904" y="9938"/>
                        <a:pt x="9242" y="9938"/>
                      </a:cubicBezTo>
                      <a:cubicBezTo>
                        <a:pt x="9292" y="9938"/>
                        <a:pt x="9352" y="9929"/>
                        <a:pt x="9423" y="9909"/>
                      </a:cubicBezTo>
                      <a:cubicBezTo>
                        <a:pt x="9879" y="9788"/>
                        <a:pt x="10213" y="9423"/>
                        <a:pt x="10487" y="9028"/>
                      </a:cubicBezTo>
                      <a:cubicBezTo>
                        <a:pt x="11946" y="7174"/>
                        <a:pt x="10609" y="5836"/>
                        <a:pt x="8906" y="4772"/>
                      </a:cubicBezTo>
                      <a:cubicBezTo>
                        <a:pt x="6627" y="3344"/>
                        <a:pt x="4529" y="1702"/>
                        <a:pt x="2463" y="0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2" name="Google Shape;342;p42"/>
                <p:cNvSpPr/>
                <p:nvPr/>
              </p:nvSpPr>
              <p:spPr>
                <a:xfrm flipH="1">
                  <a:off x="6010325" y="3860198"/>
                  <a:ext cx="310938" cy="372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7" h="10852" extrusionOk="0">
                      <a:moveTo>
                        <a:pt x="8084" y="0"/>
                      </a:moveTo>
                      <a:cubicBezTo>
                        <a:pt x="7598" y="0"/>
                        <a:pt x="7172" y="335"/>
                        <a:pt x="6807" y="669"/>
                      </a:cubicBezTo>
                      <a:cubicBezTo>
                        <a:pt x="6017" y="1155"/>
                        <a:pt x="5287" y="2098"/>
                        <a:pt x="4588" y="2736"/>
                      </a:cubicBezTo>
                      <a:cubicBezTo>
                        <a:pt x="4011" y="3283"/>
                        <a:pt x="3403" y="4256"/>
                        <a:pt x="2673" y="4590"/>
                      </a:cubicBezTo>
                      <a:cubicBezTo>
                        <a:pt x="2532" y="4679"/>
                        <a:pt x="2359" y="4726"/>
                        <a:pt x="2186" y="4726"/>
                      </a:cubicBezTo>
                      <a:cubicBezTo>
                        <a:pt x="2061" y="4726"/>
                        <a:pt x="1937" y="4702"/>
                        <a:pt x="1822" y="4651"/>
                      </a:cubicBezTo>
                      <a:cubicBezTo>
                        <a:pt x="1822" y="4650"/>
                        <a:pt x="1821" y="4650"/>
                        <a:pt x="1820" y="4650"/>
                      </a:cubicBezTo>
                      <a:cubicBezTo>
                        <a:pt x="1703" y="4650"/>
                        <a:pt x="1" y="8334"/>
                        <a:pt x="242" y="8997"/>
                      </a:cubicBezTo>
                      <a:cubicBezTo>
                        <a:pt x="667" y="10031"/>
                        <a:pt x="2187" y="10426"/>
                        <a:pt x="3160" y="10852"/>
                      </a:cubicBezTo>
                      <a:cubicBezTo>
                        <a:pt x="4315" y="9058"/>
                        <a:pt x="5439" y="7235"/>
                        <a:pt x="6534" y="5380"/>
                      </a:cubicBezTo>
                      <a:cubicBezTo>
                        <a:pt x="7081" y="4469"/>
                        <a:pt x="7628" y="3557"/>
                        <a:pt x="8145" y="2614"/>
                      </a:cubicBezTo>
                      <a:cubicBezTo>
                        <a:pt x="8418" y="2128"/>
                        <a:pt x="9057" y="1429"/>
                        <a:pt x="8996" y="851"/>
                      </a:cubicBezTo>
                      <a:cubicBezTo>
                        <a:pt x="8996" y="851"/>
                        <a:pt x="8996" y="821"/>
                        <a:pt x="8996" y="791"/>
                      </a:cubicBezTo>
                      <a:cubicBezTo>
                        <a:pt x="8935" y="365"/>
                        <a:pt x="8509" y="0"/>
                        <a:pt x="808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3" name="Google Shape;343;p42"/>
                <p:cNvSpPr/>
                <p:nvPr/>
              </p:nvSpPr>
              <p:spPr>
                <a:xfrm flipH="1">
                  <a:off x="6273259" y="3125356"/>
                  <a:ext cx="1817839" cy="1006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50" h="29309" extrusionOk="0">
                      <a:moveTo>
                        <a:pt x="10184" y="1"/>
                      </a:moveTo>
                      <a:cubicBezTo>
                        <a:pt x="8134" y="1"/>
                        <a:pt x="6086" y="103"/>
                        <a:pt x="4043" y="341"/>
                      </a:cubicBezTo>
                      <a:cubicBezTo>
                        <a:pt x="2493" y="524"/>
                        <a:pt x="183" y="1071"/>
                        <a:pt x="61" y="3016"/>
                      </a:cubicBezTo>
                      <a:cubicBezTo>
                        <a:pt x="0" y="3746"/>
                        <a:pt x="639" y="6755"/>
                        <a:pt x="1034" y="7241"/>
                      </a:cubicBezTo>
                      <a:cubicBezTo>
                        <a:pt x="1399" y="7758"/>
                        <a:pt x="3192" y="8183"/>
                        <a:pt x="3739" y="8487"/>
                      </a:cubicBezTo>
                      <a:cubicBezTo>
                        <a:pt x="4651" y="8974"/>
                        <a:pt x="5472" y="9308"/>
                        <a:pt x="6505" y="9521"/>
                      </a:cubicBezTo>
                      <a:cubicBezTo>
                        <a:pt x="8359" y="9946"/>
                        <a:pt x="10274" y="10037"/>
                        <a:pt x="12159" y="10281"/>
                      </a:cubicBezTo>
                      <a:cubicBezTo>
                        <a:pt x="15593" y="10706"/>
                        <a:pt x="19059" y="11071"/>
                        <a:pt x="22372" y="12135"/>
                      </a:cubicBezTo>
                      <a:cubicBezTo>
                        <a:pt x="31247" y="14962"/>
                        <a:pt x="47661" y="29308"/>
                        <a:pt x="47691" y="29308"/>
                      </a:cubicBezTo>
                      <a:cubicBezTo>
                        <a:pt x="47692" y="29308"/>
                        <a:pt x="47692" y="29308"/>
                        <a:pt x="47693" y="29308"/>
                      </a:cubicBezTo>
                      <a:cubicBezTo>
                        <a:pt x="47916" y="29308"/>
                        <a:pt x="50215" y="23562"/>
                        <a:pt x="50427" y="22956"/>
                      </a:cubicBezTo>
                      <a:cubicBezTo>
                        <a:pt x="50974" y="21466"/>
                        <a:pt x="50944" y="19004"/>
                        <a:pt x="52129" y="17880"/>
                      </a:cubicBezTo>
                      <a:cubicBezTo>
                        <a:pt x="52281" y="17728"/>
                        <a:pt x="52494" y="17576"/>
                        <a:pt x="52615" y="17393"/>
                      </a:cubicBezTo>
                      <a:cubicBezTo>
                        <a:pt x="52950" y="16785"/>
                        <a:pt x="52372" y="16086"/>
                        <a:pt x="51764" y="15782"/>
                      </a:cubicBezTo>
                      <a:cubicBezTo>
                        <a:pt x="48512" y="14141"/>
                        <a:pt x="45442" y="11618"/>
                        <a:pt x="42190" y="9764"/>
                      </a:cubicBezTo>
                      <a:cubicBezTo>
                        <a:pt x="38573" y="7758"/>
                        <a:pt x="34864" y="5843"/>
                        <a:pt x="31126" y="4110"/>
                      </a:cubicBezTo>
                      <a:cubicBezTo>
                        <a:pt x="29272" y="3259"/>
                        <a:pt x="27417" y="2408"/>
                        <a:pt x="25472" y="1831"/>
                      </a:cubicBezTo>
                      <a:cubicBezTo>
                        <a:pt x="22858" y="1010"/>
                        <a:pt x="20122" y="645"/>
                        <a:pt x="17387" y="372"/>
                      </a:cubicBezTo>
                      <a:cubicBezTo>
                        <a:pt x="14991" y="142"/>
                        <a:pt x="12587" y="1"/>
                        <a:pt x="10184" y="1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4" name="Google Shape;344;p42"/>
                <p:cNvSpPr/>
                <p:nvPr/>
              </p:nvSpPr>
              <p:spPr>
                <a:xfrm flipH="1">
                  <a:off x="8009666" y="3700528"/>
                  <a:ext cx="34" cy="690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0123" fill="none" extrusionOk="0">
                      <a:moveTo>
                        <a:pt x="0" y="20123"/>
                      </a:moveTo>
                      <a:lnTo>
                        <a:pt x="0" y="1"/>
                      </a:ln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" name="Google Shape;345;p42"/>
                <p:cNvSpPr/>
                <p:nvPr/>
              </p:nvSpPr>
              <p:spPr>
                <a:xfrm flipH="1">
                  <a:off x="7611045" y="1873568"/>
                  <a:ext cx="440401" cy="637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28" h="18570" extrusionOk="0">
                      <a:moveTo>
                        <a:pt x="9313" y="0"/>
                      </a:moveTo>
                      <a:cubicBezTo>
                        <a:pt x="7026" y="0"/>
                        <a:pt x="4588" y="2467"/>
                        <a:pt x="4074" y="4676"/>
                      </a:cubicBezTo>
                      <a:cubicBezTo>
                        <a:pt x="3922" y="5375"/>
                        <a:pt x="3861" y="6105"/>
                        <a:pt x="3739" y="6834"/>
                      </a:cubicBezTo>
                      <a:cubicBezTo>
                        <a:pt x="3709" y="7077"/>
                        <a:pt x="3648" y="7351"/>
                        <a:pt x="3557" y="7594"/>
                      </a:cubicBezTo>
                      <a:cubicBezTo>
                        <a:pt x="3374" y="8141"/>
                        <a:pt x="3101" y="8658"/>
                        <a:pt x="2858" y="9144"/>
                      </a:cubicBezTo>
                      <a:cubicBezTo>
                        <a:pt x="2159" y="10421"/>
                        <a:pt x="1490" y="11698"/>
                        <a:pt x="791" y="12974"/>
                      </a:cubicBezTo>
                      <a:cubicBezTo>
                        <a:pt x="426" y="13704"/>
                        <a:pt x="1" y="14494"/>
                        <a:pt x="92" y="15315"/>
                      </a:cubicBezTo>
                      <a:cubicBezTo>
                        <a:pt x="183" y="16166"/>
                        <a:pt x="791" y="16895"/>
                        <a:pt x="1490" y="17321"/>
                      </a:cubicBezTo>
                      <a:cubicBezTo>
                        <a:pt x="2250" y="17807"/>
                        <a:pt x="3131" y="18081"/>
                        <a:pt x="3982" y="18354"/>
                      </a:cubicBezTo>
                      <a:cubicBezTo>
                        <a:pt x="4384" y="18467"/>
                        <a:pt x="4729" y="18570"/>
                        <a:pt x="5028" y="18570"/>
                      </a:cubicBezTo>
                      <a:cubicBezTo>
                        <a:pt x="5452" y="18570"/>
                        <a:pt x="5782" y="18363"/>
                        <a:pt x="6049" y="17685"/>
                      </a:cubicBezTo>
                      <a:cubicBezTo>
                        <a:pt x="6748" y="15710"/>
                        <a:pt x="7387" y="13734"/>
                        <a:pt x="7964" y="11758"/>
                      </a:cubicBezTo>
                      <a:cubicBezTo>
                        <a:pt x="8025" y="11546"/>
                        <a:pt x="8086" y="11333"/>
                        <a:pt x="8238" y="11150"/>
                      </a:cubicBezTo>
                      <a:cubicBezTo>
                        <a:pt x="8937" y="10208"/>
                        <a:pt x="10639" y="10968"/>
                        <a:pt x="11551" y="10026"/>
                      </a:cubicBezTo>
                      <a:cubicBezTo>
                        <a:pt x="12524" y="8992"/>
                        <a:pt x="12828" y="7108"/>
                        <a:pt x="12828" y="5710"/>
                      </a:cubicBezTo>
                      <a:cubicBezTo>
                        <a:pt x="12828" y="4251"/>
                        <a:pt x="12797" y="2670"/>
                        <a:pt x="11946" y="1485"/>
                      </a:cubicBezTo>
                      <a:cubicBezTo>
                        <a:pt x="11195" y="429"/>
                        <a:pt x="10267" y="0"/>
                        <a:pt x="9313" y="0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6" name="Google Shape;346;p42"/>
                <p:cNvSpPr/>
                <p:nvPr/>
              </p:nvSpPr>
              <p:spPr>
                <a:xfrm flipH="1">
                  <a:off x="7753991" y="2261844"/>
                  <a:ext cx="673098" cy="107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06" h="31209" extrusionOk="0">
                      <a:moveTo>
                        <a:pt x="12337" y="0"/>
                      </a:moveTo>
                      <a:cubicBezTo>
                        <a:pt x="12180" y="0"/>
                        <a:pt x="12019" y="17"/>
                        <a:pt x="11854" y="53"/>
                      </a:cubicBezTo>
                      <a:cubicBezTo>
                        <a:pt x="11216" y="205"/>
                        <a:pt x="10669" y="539"/>
                        <a:pt x="10122" y="904"/>
                      </a:cubicBezTo>
                      <a:cubicBezTo>
                        <a:pt x="6778" y="3214"/>
                        <a:pt x="4590" y="6862"/>
                        <a:pt x="2796" y="10540"/>
                      </a:cubicBezTo>
                      <a:cubicBezTo>
                        <a:pt x="1854" y="12546"/>
                        <a:pt x="973" y="14613"/>
                        <a:pt x="426" y="16771"/>
                      </a:cubicBezTo>
                      <a:cubicBezTo>
                        <a:pt x="182" y="17895"/>
                        <a:pt x="0" y="19050"/>
                        <a:pt x="243" y="20175"/>
                      </a:cubicBezTo>
                      <a:cubicBezTo>
                        <a:pt x="426" y="21117"/>
                        <a:pt x="912" y="21999"/>
                        <a:pt x="1429" y="22819"/>
                      </a:cubicBezTo>
                      <a:cubicBezTo>
                        <a:pt x="2493" y="24491"/>
                        <a:pt x="3769" y="26072"/>
                        <a:pt x="4894" y="27713"/>
                      </a:cubicBezTo>
                      <a:cubicBezTo>
                        <a:pt x="5866" y="29172"/>
                        <a:pt x="7538" y="30358"/>
                        <a:pt x="9240" y="30844"/>
                      </a:cubicBezTo>
                      <a:cubicBezTo>
                        <a:pt x="9970" y="31087"/>
                        <a:pt x="11186" y="31209"/>
                        <a:pt x="11976" y="31209"/>
                      </a:cubicBezTo>
                      <a:cubicBezTo>
                        <a:pt x="13070" y="31209"/>
                        <a:pt x="13496" y="30631"/>
                        <a:pt x="14225" y="29841"/>
                      </a:cubicBezTo>
                      <a:cubicBezTo>
                        <a:pt x="14772" y="29111"/>
                        <a:pt x="15411" y="28473"/>
                        <a:pt x="15958" y="27713"/>
                      </a:cubicBezTo>
                      <a:cubicBezTo>
                        <a:pt x="16475" y="26953"/>
                        <a:pt x="16900" y="26133"/>
                        <a:pt x="17386" y="25342"/>
                      </a:cubicBezTo>
                      <a:cubicBezTo>
                        <a:pt x="17417" y="25281"/>
                        <a:pt x="17447" y="25221"/>
                        <a:pt x="17417" y="25160"/>
                      </a:cubicBezTo>
                      <a:cubicBezTo>
                        <a:pt x="17386" y="25130"/>
                        <a:pt x="17326" y="25099"/>
                        <a:pt x="17265" y="25099"/>
                      </a:cubicBezTo>
                      <a:lnTo>
                        <a:pt x="16748" y="25099"/>
                      </a:lnTo>
                      <a:cubicBezTo>
                        <a:pt x="16839" y="24978"/>
                        <a:pt x="16870" y="24795"/>
                        <a:pt x="16778" y="24643"/>
                      </a:cubicBezTo>
                      <a:cubicBezTo>
                        <a:pt x="16712" y="24554"/>
                        <a:pt x="16596" y="24498"/>
                        <a:pt x="16479" y="24498"/>
                      </a:cubicBezTo>
                      <a:cubicBezTo>
                        <a:pt x="16437" y="24498"/>
                        <a:pt x="16394" y="24505"/>
                        <a:pt x="16353" y="24522"/>
                      </a:cubicBezTo>
                      <a:cubicBezTo>
                        <a:pt x="16505" y="24096"/>
                        <a:pt x="16657" y="23701"/>
                        <a:pt x="16809" y="23306"/>
                      </a:cubicBezTo>
                      <a:cubicBezTo>
                        <a:pt x="17143" y="22515"/>
                        <a:pt x="17447" y="21725"/>
                        <a:pt x="17812" y="20935"/>
                      </a:cubicBezTo>
                      <a:cubicBezTo>
                        <a:pt x="18572" y="19172"/>
                        <a:pt x="19605" y="17257"/>
                        <a:pt x="19544" y="15281"/>
                      </a:cubicBezTo>
                      <a:cubicBezTo>
                        <a:pt x="19544" y="13914"/>
                        <a:pt x="18450" y="13336"/>
                        <a:pt x="18055" y="12181"/>
                      </a:cubicBezTo>
                      <a:cubicBezTo>
                        <a:pt x="17569" y="10692"/>
                        <a:pt x="17022" y="9202"/>
                        <a:pt x="16687" y="7652"/>
                      </a:cubicBezTo>
                      <a:cubicBezTo>
                        <a:pt x="16505" y="6862"/>
                        <a:pt x="16353" y="6041"/>
                        <a:pt x="16201" y="5251"/>
                      </a:cubicBezTo>
                      <a:cubicBezTo>
                        <a:pt x="15927" y="3913"/>
                        <a:pt x="18237" y="4096"/>
                        <a:pt x="17447" y="2971"/>
                      </a:cubicBezTo>
                      <a:cubicBezTo>
                        <a:pt x="16930" y="2242"/>
                        <a:pt x="15836" y="1725"/>
                        <a:pt x="15107" y="1239"/>
                      </a:cubicBezTo>
                      <a:cubicBezTo>
                        <a:pt x="14236" y="711"/>
                        <a:pt x="13366" y="0"/>
                        <a:pt x="12337" y="0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" name="Google Shape;347;p42"/>
                <p:cNvSpPr/>
                <p:nvPr/>
              </p:nvSpPr>
              <p:spPr>
                <a:xfrm flipH="1">
                  <a:off x="6777337" y="4037583"/>
                  <a:ext cx="203481" cy="408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7" h="11886" extrusionOk="0">
                      <a:moveTo>
                        <a:pt x="5715" y="1"/>
                      </a:moveTo>
                      <a:lnTo>
                        <a:pt x="5715" y="1"/>
                      </a:lnTo>
                      <a:cubicBezTo>
                        <a:pt x="5654" y="31"/>
                        <a:pt x="5563" y="31"/>
                        <a:pt x="5502" y="61"/>
                      </a:cubicBezTo>
                      <a:cubicBezTo>
                        <a:pt x="3648" y="396"/>
                        <a:pt x="1824" y="791"/>
                        <a:pt x="1" y="1216"/>
                      </a:cubicBezTo>
                      <a:cubicBezTo>
                        <a:pt x="456" y="4013"/>
                        <a:pt x="1034" y="6779"/>
                        <a:pt x="1490" y="9423"/>
                      </a:cubicBezTo>
                      <a:cubicBezTo>
                        <a:pt x="1551" y="9758"/>
                        <a:pt x="1824" y="10122"/>
                        <a:pt x="1885" y="10457"/>
                      </a:cubicBezTo>
                      <a:cubicBezTo>
                        <a:pt x="1976" y="11034"/>
                        <a:pt x="1490" y="11186"/>
                        <a:pt x="1946" y="11551"/>
                      </a:cubicBezTo>
                      <a:cubicBezTo>
                        <a:pt x="2311" y="11825"/>
                        <a:pt x="2827" y="11855"/>
                        <a:pt x="3283" y="11885"/>
                      </a:cubicBezTo>
                      <a:cubicBezTo>
                        <a:pt x="3302" y="11886"/>
                        <a:pt x="3321" y="11886"/>
                        <a:pt x="3340" y="11886"/>
                      </a:cubicBezTo>
                      <a:cubicBezTo>
                        <a:pt x="5629" y="11886"/>
                        <a:pt x="5926" y="10045"/>
                        <a:pt x="5745" y="8055"/>
                      </a:cubicBezTo>
                      <a:cubicBezTo>
                        <a:pt x="5502" y="5350"/>
                        <a:pt x="5593" y="2706"/>
                        <a:pt x="5715" y="1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" name="Google Shape;348;p42"/>
                <p:cNvSpPr/>
                <p:nvPr/>
              </p:nvSpPr>
              <p:spPr>
                <a:xfrm flipH="1">
                  <a:off x="6651004" y="3153439"/>
                  <a:ext cx="1487057" cy="1117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15" h="32564" extrusionOk="0">
                      <a:moveTo>
                        <a:pt x="26758" y="0"/>
                      </a:moveTo>
                      <a:cubicBezTo>
                        <a:pt x="26562" y="0"/>
                        <a:pt x="26366" y="4"/>
                        <a:pt x="26171" y="10"/>
                      </a:cubicBezTo>
                      <a:cubicBezTo>
                        <a:pt x="18724" y="70"/>
                        <a:pt x="11399" y="1681"/>
                        <a:pt x="4134" y="3292"/>
                      </a:cubicBezTo>
                      <a:cubicBezTo>
                        <a:pt x="2797" y="3566"/>
                        <a:pt x="1308" y="3718"/>
                        <a:pt x="700" y="5025"/>
                      </a:cubicBezTo>
                      <a:cubicBezTo>
                        <a:pt x="61" y="6362"/>
                        <a:pt x="1" y="8095"/>
                        <a:pt x="548" y="9493"/>
                      </a:cubicBezTo>
                      <a:cubicBezTo>
                        <a:pt x="1581" y="12137"/>
                        <a:pt x="4803" y="12745"/>
                        <a:pt x="7326" y="13262"/>
                      </a:cubicBezTo>
                      <a:cubicBezTo>
                        <a:pt x="8876" y="13596"/>
                        <a:pt x="10487" y="13657"/>
                        <a:pt x="12098" y="13718"/>
                      </a:cubicBezTo>
                      <a:cubicBezTo>
                        <a:pt x="15989" y="13870"/>
                        <a:pt x="19879" y="14052"/>
                        <a:pt x="23770" y="14204"/>
                      </a:cubicBezTo>
                      <a:cubicBezTo>
                        <a:pt x="24044" y="14235"/>
                        <a:pt x="24378" y="14235"/>
                        <a:pt x="24591" y="14447"/>
                      </a:cubicBezTo>
                      <a:cubicBezTo>
                        <a:pt x="24743" y="14569"/>
                        <a:pt x="24834" y="14751"/>
                        <a:pt x="24925" y="14934"/>
                      </a:cubicBezTo>
                      <a:cubicBezTo>
                        <a:pt x="27418" y="20587"/>
                        <a:pt x="28177" y="27518"/>
                        <a:pt x="31643" y="32563"/>
                      </a:cubicBezTo>
                      <a:cubicBezTo>
                        <a:pt x="33345" y="32259"/>
                        <a:pt x="35017" y="31773"/>
                        <a:pt x="36688" y="31347"/>
                      </a:cubicBezTo>
                      <a:cubicBezTo>
                        <a:pt x="38998" y="30770"/>
                        <a:pt x="41187" y="29949"/>
                        <a:pt x="43315" y="28916"/>
                      </a:cubicBezTo>
                      <a:cubicBezTo>
                        <a:pt x="43315" y="28186"/>
                        <a:pt x="42828" y="27335"/>
                        <a:pt x="42615" y="26636"/>
                      </a:cubicBezTo>
                      <a:cubicBezTo>
                        <a:pt x="42038" y="25056"/>
                        <a:pt x="41460" y="23475"/>
                        <a:pt x="40852" y="21894"/>
                      </a:cubicBezTo>
                      <a:cubicBezTo>
                        <a:pt x="39363" y="17913"/>
                        <a:pt x="37904" y="13961"/>
                        <a:pt x="36384" y="9979"/>
                      </a:cubicBezTo>
                      <a:cubicBezTo>
                        <a:pt x="35594" y="7882"/>
                        <a:pt x="34773" y="5754"/>
                        <a:pt x="33527" y="3870"/>
                      </a:cubicBezTo>
                      <a:cubicBezTo>
                        <a:pt x="32524" y="2320"/>
                        <a:pt x="31126" y="891"/>
                        <a:pt x="29333" y="344"/>
                      </a:cubicBezTo>
                      <a:cubicBezTo>
                        <a:pt x="28513" y="71"/>
                        <a:pt x="27633" y="0"/>
                        <a:pt x="26758" y="0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" name="Google Shape;349;p42"/>
                <p:cNvSpPr/>
                <p:nvPr/>
              </p:nvSpPr>
              <p:spPr>
                <a:xfrm flipH="1">
                  <a:off x="7340796" y="2015180"/>
                  <a:ext cx="429964" cy="849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24" h="24755" extrusionOk="0">
                      <a:moveTo>
                        <a:pt x="5675" y="1"/>
                      </a:moveTo>
                      <a:cubicBezTo>
                        <a:pt x="5511" y="1"/>
                        <a:pt x="5374" y="167"/>
                        <a:pt x="5290" y="308"/>
                      </a:cubicBezTo>
                      <a:cubicBezTo>
                        <a:pt x="4925" y="794"/>
                        <a:pt x="4591" y="1281"/>
                        <a:pt x="4256" y="1767"/>
                      </a:cubicBezTo>
                      <a:cubicBezTo>
                        <a:pt x="4104" y="2010"/>
                        <a:pt x="3983" y="2253"/>
                        <a:pt x="3800" y="2466"/>
                      </a:cubicBezTo>
                      <a:cubicBezTo>
                        <a:pt x="3740" y="2557"/>
                        <a:pt x="3405" y="3013"/>
                        <a:pt x="3344" y="3013"/>
                      </a:cubicBezTo>
                      <a:cubicBezTo>
                        <a:pt x="3253" y="3013"/>
                        <a:pt x="3193" y="3044"/>
                        <a:pt x="3101" y="3044"/>
                      </a:cubicBezTo>
                      <a:cubicBezTo>
                        <a:pt x="3071" y="3013"/>
                        <a:pt x="3071" y="2983"/>
                        <a:pt x="3101" y="2922"/>
                      </a:cubicBezTo>
                      <a:cubicBezTo>
                        <a:pt x="3466" y="2162"/>
                        <a:pt x="3983" y="1433"/>
                        <a:pt x="4500" y="734"/>
                      </a:cubicBezTo>
                      <a:cubicBezTo>
                        <a:pt x="4591" y="612"/>
                        <a:pt x="4682" y="460"/>
                        <a:pt x="4621" y="308"/>
                      </a:cubicBezTo>
                      <a:cubicBezTo>
                        <a:pt x="4580" y="204"/>
                        <a:pt x="4467" y="157"/>
                        <a:pt x="4361" y="157"/>
                      </a:cubicBezTo>
                      <a:cubicBezTo>
                        <a:pt x="4312" y="157"/>
                        <a:pt x="4264" y="167"/>
                        <a:pt x="4226" y="186"/>
                      </a:cubicBezTo>
                      <a:cubicBezTo>
                        <a:pt x="3679" y="399"/>
                        <a:pt x="3375" y="1098"/>
                        <a:pt x="3071" y="1554"/>
                      </a:cubicBezTo>
                      <a:cubicBezTo>
                        <a:pt x="2554" y="2375"/>
                        <a:pt x="2220" y="3287"/>
                        <a:pt x="1825" y="4168"/>
                      </a:cubicBezTo>
                      <a:cubicBezTo>
                        <a:pt x="1794" y="4290"/>
                        <a:pt x="1703" y="4411"/>
                        <a:pt x="1612" y="4411"/>
                      </a:cubicBezTo>
                      <a:cubicBezTo>
                        <a:pt x="1551" y="4381"/>
                        <a:pt x="1490" y="4351"/>
                        <a:pt x="1460" y="4320"/>
                      </a:cubicBezTo>
                      <a:cubicBezTo>
                        <a:pt x="700" y="3500"/>
                        <a:pt x="1217" y="2375"/>
                        <a:pt x="761" y="1493"/>
                      </a:cubicBezTo>
                      <a:cubicBezTo>
                        <a:pt x="730" y="1433"/>
                        <a:pt x="700" y="1341"/>
                        <a:pt x="639" y="1311"/>
                      </a:cubicBezTo>
                      <a:cubicBezTo>
                        <a:pt x="618" y="1306"/>
                        <a:pt x="596" y="1303"/>
                        <a:pt x="575" y="1303"/>
                      </a:cubicBezTo>
                      <a:cubicBezTo>
                        <a:pt x="476" y="1303"/>
                        <a:pt x="380" y="1358"/>
                        <a:pt x="305" y="1433"/>
                      </a:cubicBezTo>
                      <a:cubicBezTo>
                        <a:pt x="244" y="1524"/>
                        <a:pt x="214" y="1645"/>
                        <a:pt x="214" y="1767"/>
                      </a:cubicBezTo>
                      <a:cubicBezTo>
                        <a:pt x="1" y="3439"/>
                        <a:pt x="1" y="5779"/>
                        <a:pt x="578" y="7360"/>
                      </a:cubicBezTo>
                      <a:cubicBezTo>
                        <a:pt x="852" y="8150"/>
                        <a:pt x="1308" y="8819"/>
                        <a:pt x="1582" y="9609"/>
                      </a:cubicBezTo>
                      <a:cubicBezTo>
                        <a:pt x="1825" y="10430"/>
                        <a:pt x="2220" y="11190"/>
                        <a:pt x="2585" y="11980"/>
                      </a:cubicBezTo>
                      <a:cubicBezTo>
                        <a:pt x="3496" y="14108"/>
                        <a:pt x="4621" y="16205"/>
                        <a:pt x="5259" y="18485"/>
                      </a:cubicBezTo>
                      <a:cubicBezTo>
                        <a:pt x="5563" y="19488"/>
                        <a:pt x="5746" y="20551"/>
                        <a:pt x="6141" y="21524"/>
                      </a:cubicBezTo>
                      <a:cubicBezTo>
                        <a:pt x="6536" y="22558"/>
                        <a:pt x="7205" y="23165"/>
                        <a:pt x="7843" y="23986"/>
                      </a:cubicBezTo>
                      <a:cubicBezTo>
                        <a:pt x="8250" y="24519"/>
                        <a:pt x="8877" y="24755"/>
                        <a:pt x="9527" y="24755"/>
                      </a:cubicBezTo>
                      <a:cubicBezTo>
                        <a:pt x="10285" y="24755"/>
                        <a:pt x="11074" y="24435"/>
                        <a:pt x="11582" y="23895"/>
                      </a:cubicBezTo>
                      <a:cubicBezTo>
                        <a:pt x="12250" y="23226"/>
                        <a:pt x="12524" y="22223"/>
                        <a:pt x="12494" y="21281"/>
                      </a:cubicBezTo>
                      <a:cubicBezTo>
                        <a:pt x="12402" y="18940"/>
                        <a:pt x="10639" y="16752"/>
                        <a:pt x="9393" y="14898"/>
                      </a:cubicBezTo>
                      <a:cubicBezTo>
                        <a:pt x="8481" y="13530"/>
                        <a:pt x="7478" y="12223"/>
                        <a:pt x="6536" y="10886"/>
                      </a:cubicBezTo>
                      <a:cubicBezTo>
                        <a:pt x="6050" y="10217"/>
                        <a:pt x="5594" y="9548"/>
                        <a:pt x="5199" y="8819"/>
                      </a:cubicBezTo>
                      <a:cubicBezTo>
                        <a:pt x="5016" y="8545"/>
                        <a:pt x="4864" y="8241"/>
                        <a:pt x="4652" y="7998"/>
                      </a:cubicBezTo>
                      <a:cubicBezTo>
                        <a:pt x="4469" y="7816"/>
                        <a:pt x="4287" y="7573"/>
                        <a:pt x="4378" y="7299"/>
                      </a:cubicBezTo>
                      <a:cubicBezTo>
                        <a:pt x="4408" y="7208"/>
                        <a:pt x="4469" y="7117"/>
                        <a:pt x="4530" y="7025"/>
                      </a:cubicBezTo>
                      <a:cubicBezTo>
                        <a:pt x="5442" y="5901"/>
                        <a:pt x="5959" y="4533"/>
                        <a:pt x="6840" y="3378"/>
                      </a:cubicBezTo>
                      <a:cubicBezTo>
                        <a:pt x="7083" y="3044"/>
                        <a:pt x="7387" y="2709"/>
                        <a:pt x="7509" y="2314"/>
                      </a:cubicBezTo>
                      <a:cubicBezTo>
                        <a:pt x="7569" y="2101"/>
                        <a:pt x="7569" y="1797"/>
                        <a:pt x="7357" y="1737"/>
                      </a:cubicBezTo>
                      <a:cubicBezTo>
                        <a:pt x="7317" y="1722"/>
                        <a:pt x="7279" y="1715"/>
                        <a:pt x="7242" y="1715"/>
                      </a:cubicBezTo>
                      <a:cubicBezTo>
                        <a:pt x="7055" y="1715"/>
                        <a:pt x="6906" y="1893"/>
                        <a:pt x="6779" y="2071"/>
                      </a:cubicBezTo>
                      <a:cubicBezTo>
                        <a:pt x="6384" y="2679"/>
                        <a:pt x="5959" y="3256"/>
                        <a:pt x="5503" y="3834"/>
                      </a:cubicBezTo>
                      <a:cubicBezTo>
                        <a:pt x="5472" y="3895"/>
                        <a:pt x="5411" y="3955"/>
                        <a:pt x="5351" y="3955"/>
                      </a:cubicBezTo>
                      <a:cubicBezTo>
                        <a:pt x="5306" y="3972"/>
                        <a:pt x="5272" y="3980"/>
                        <a:pt x="5245" y="3980"/>
                      </a:cubicBezTo>
                      <a:cubicBezTo>
                        <a:pt x="4980" y="3980"/>
                        <a:pt x="5536" y="3223"/>
                        <a:pt x="5563" y="3196"/>
                      </a:cubicBezTo>
                      <a:cubicBezTo>
                        <a:pt x="5807" y="2892"/>
                        <a:pt x="6080" y="2618"/>
                        <a:pt x="6323" y="2314"/>
                      </a:cubicBezTo>
                      <a:cubicBezTo>
                        <a:pt x="6627" y="1858"/>
                        <a:pt x="7114" y="1311"/>
                        <a:pt x="7114" y="734"/>
                      </a:cubicBezTo>
                      <a:cubicBezTo>
                        <a:pt x="7114" y="642"/>
                        <a:pt x="7114" y="551"/>
                        <a:pt x="7083" y="460"/>
                      </a:cubicBezTo>
                      <a:cubicBezTo>
                        <a:pt x="7053" y="430"/>
                        <a:pt x="7022" y="399"/>
                        <a:pt x="6992" y="369"/>
                      </a:cubicBezTo>
                      <a:cubicBezTo>
                        <a:pt x="6963" y="355"/>
                        <a:pt x="6932" y="349"/>
                        <a:pt x="6900" y="349"/>
                      </a:cubicBezTo>
                      <a:cubicBezTo>
                        <a:pt x="6430" y="349"/>
                        <a:pt x="5671" y="1724"/>
                        <a:pt x="5472" y="1980"/>
                      </a:cubicBezTo>
                      <a:cubicBezTo>
                        <a:pt x="5414" y="2067"/>
                        <a:pt x="4497" y="3234"/>
                        <a:pt x="4335" y="3234"/>
                      </a:cubicBezTo>
                      <a:cubicBezTo>
                        <a:pt x="4327" y="3234"/>
                        <a:pt x="4321" y="3231"/>
                        <a:pt x="4317" y="3226"/>
                      </a:cubicBezTo>
                      <a:cubicBezTo>
                        <a:pt x="4256" y="3135"/>
                        <a:pt x="4621" y="2740"/>
                        <a:pt x="4682" y="2648"/>
                      </a:cubicBezTo>
                      <a:cubicBezTo>
                        <a:pt x="4986" y="2253"/>
                        <a:pt x="5290" y="1828"/>
                        <a:pt x="5533" y="1372"/>
                      </a:cubicBezTo>
                      <a:cubicBezTo>
                        <a:pt x="5685" y="1159"/>
                        <a:pt x="6414" y="95"/>
                        <a:pt x="5715" y="4"/>
                      </a:cubicBezTo>
                      <a:cubicBezTo>
                        <a:pt x="5702" y="2"/>
                        <a:pt x="5688" y="1"/>
                        <a:pt x="5675" y="1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" name="Google Shape;350;p42"/>
                <p:cNvSpPr/>
                <p:nvPr/>
              </p:nvSpPr>
              <p:spPr>
                <a:xfrm flipH="1">
                  <a:off x="7328261" y="2318901"/>
                  <a:ext cx="640758" cy="57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64" h="16769" extrusionOk="0">
                      <a:moveTo>
                        <a:pt x="1703" y="1"/>
                      </a:moveTo>
                      <a:cubicBezTo>
                        <a:pt x="1641" y="1"/>
                        <a:pt x="1580" y="10"/>
                        <a:pt x="1521" y="33"/>
                      </a:cubicBezTo>
                      <a:cubicBezTo>
                        <a:pt x="1095" y="184"/>
                        <a:pt x="1095" y="792"/>
                        <a:pt x="1125" y="1248"/>
                      </a:cubicBezTo>
                      <a:cubicBezTo>
                        <a:pt x="1125" y="2099"/>
                        <a:pt x="821" y="2890"/>
                        <a:pt x="609" y="3710"/>
                      </a:cubicBezTo>
                      <a:cubicBezTo>
                        <a:pt x="1" y="6416"/>
                        <a:pt x="730" y="9303"/>
                        <a:pt x="2645" y="11279"/>
                      </a:cubicBezTo>
                      <a:cubicBezTo>
                        <a:pt x="3344" y="11978"/>
                        <a:pt x="4135" y="12586"/>
                        <a:pt x="4986" y="13103"/>
                      </a:cubicBezTo>
                      <a:cubicBezTo>
                        <a:pt x="6050" y="13741"/>
                        <a:pt x="7174" y="14258"/>
                        <a:pt x="8329" y="14744"/>
                      </a:cubicBezTo>
                      <a:cubicBezTo>
                        <a:pt x="10054" y="15469"/>
                        <a:pt x="12559" y="16769"/>
                        <a:pt x="14696" y="16769"/>
                      </a:cubicBezTo>
                      <a:cubicBezTo>
                        <a:pt x="15158" y="16769"/>
                        <a:pt x="15603" y="16708"/>
                        <a:pt x="16019" y="16568"/>
                      </a:cubicBezTo>
                      <a:cubicBezTo>
                        <a:pt x="16992" y="16264"/>
                        <a:pt x="17813" y="15504"/>
                        <a:pt x="18269" y="14592"/>
                      </a:cubicBezTo>
                      <a:cubicBezTo>
                        <a:pt x="18390" y="14318"/>
                        <a:pt x="18481" y="14045"/>
                        <a:pt x="18512" y="13741"/>
                      </a:cubicBezTo>
                      <a:cubicBezTo>
                        <a:pt x="18664" y="11522"/>
                        <a:pt x="16354" y="10002"/>
                        <a:pt x="14834" y="8786"/>
                      </a:cubicBezTo>
                      <a:cubicBezTo>
                        <a:pt x="13952" y="8057"/>
                        <a:pt x="12737" y="7631"/>
                        <a:pt x="11734" y="7024"/>
                      </a:cubicBezTo>
                      <a:cubicBezTo>
                        <a:pt x="8390" y="4957"/>
                        <a:pt x="5806" y="1978"/>
                        <a:pt x="2280" y="184"/>
                      </a:cubicBezTo>
                      <a:cubicBezTo>
                        <a:pt x="2097" y="93"/>
                        <a:pt x="1895" y="1"/>
                        <a:pt x="1703" y="1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42"/>
                <p:cNvSpPr/>
                <p:nvPr/>
              </p:nvSpPr>
              <p:spPr>
                <a:xfrm flipH="1">
                  <a:off x="7379364" y="2580876"/>
                  <a:ext cx="1250172" cy="1219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15" h="35532" extrusionOk="0">
                      <a:moveTo>
                        <a:pt x="4165" y="0"/>
                      </a:moveTo>
                      <a:cubicBezTo>
                        <a:pt x="0" y="7934"/>
                        <a:pt x="547" y="26080"/>
                        <a:pt x="10517" y="32584"/>
                      </a:cubicBezTo>
                      <a:cubicBezTo>
                        <a:pt x="13752" y="34698"/>
                        <a:pt x="17670" y="35532"/>
                        <a:pt x="21519" y="35532"/>
                      </a:cubicBezTo>
                      <a:cubicBezTo>
                        <a:pt x="22264" y="35532"/>
                        <a:pt x="23005" y="35501"/>
                        <a:pt x="23739" y="35442"/>
                      </a:cubicBezTo>
                      <a:cubicBezTo>
                        <a:pt x="26171" y="35259"/>
                        <a:pt x="28572" y="34712"/>
                        <a:pt x="30882" y="33891"/>
                      </a:cubicBezTo>
                      <a:cubicBezTo>
                        <a:pt x="31642" y="33618"/>
                        <a:pt x="34651" y="32676"/>
                        <a:pt x="36414" y="31156"/>
                      </a:cubicBezTo>
                      <a:cubicBezTo>
                        <a:pt x="36080" y="31034"/>
                        <a:pt x="35746" y="30882"/>
                        <a:pt x="35411" y="30730"/>
                      </a:cubicBezTo>
                      <a:cubicBezTo>
                        <a:pt x="31885" y="29150"/>
                        <a:pt x="28481" y="27296"/>
                        <a:pt x="25350" y="25016"/>
                      </a:cubicBezTo>
                      <a:cubicBezTo>
                        <a:pt x="23648" y="23770"/>
                        <a:pt x="22068" y="22372"/>
                        <a:pt x="20517" y="20943"/>
                      </a:cubicBezTo>
                      <a:cubicBezTo>
                        <a:pt x="18998" y="19545"/>
                        <a:pt x="17478" y="18086"/>
                        <a:pt x="15988" y="16627"/>
                      </a:cubicBezTo>
                      <a:cubicBezTo>
                        <a:pt x="10821" y="11460"/>
                        <a:pt x="6991" y="6809"/>
                        <a:pt x="4165" y="0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" name="Google Shape;352;p42"/>
                <p:cNvSpPr/>
                <p:nvPr/>
              </p:nvSpPr>
              <p:spPr>
                <a:xfrm flipH="1">
                  <a:off x="7283406" y="3526267"/>
                  <a:ext cx="8377" cy="111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3254" fill="none" extrusionOk="0">
                      <a:moveTo>
                        <a:pt x="122" y="3253"/>
                      </a:moveTo>
                      <a:cubicBezTo>
                        <a:pt x="1" y="2159"/>
                        <a:pt x="61" y="1065"/>
                        <a:pt x="244" y="1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42"/>
                <p:cNvSpPr/>
                <p:nvPr/>
              </p:nvSpPr>
              <p:spPr>
                <a:xfrm flipH="1">
                  <a:off x="7856276" y="3100536"/>
                  <a:ext cx="91870" cy="58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6" h="1703" fill="none" extrusionOk="0">
                      <a:moveTo>
                        <a:pt x="2676" y="0"/>
                      </a:moveTo>
                      <a:cubicBezTo>
                        <a:pt x="2463" y="396"/>
                        <a:pt x="2098" y="669"/>
                        <a:pt x="1703" y="912"/>
                      </a:cubicBezTo>
                      <a:cubicBezTo>
                        <a:pt x="1156" y="1216"/>
                        <a:pt x="578" y="1490"/>
                        <a:pt x="1" y="1703"/>
                      </a:cubicBezTo>
                    </a:path>
                  </a:pathLst>
                </a:cu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42"/>
                <p:cNvSpPr/>
                <p:nvPr/>
              </p:nvSpPr>
              <p:spPr>
                <a:xfrm flipH="1">
                  <a:off x="6310853" y="2616340"/>
                  <a:ext cx="314131" cy="27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50" h="7965" extrusionOk="0">
                      <a:moveTo>
                        <a:pt x="7588" y="1243"/>
                      </a:moveTo>
                      <a:cubicBezTo>
                        <a:pt x="7903" y="1243"/>
                        <a:pt x="8151" y="1444"/>
                        <a:pt x="8298" y="1764"/>
                      </a:cubicBezTo>
                      <a:cubicBezTo>
                        <a:pt x="8450" y="2068"/>
                        <a:pt x="8542" y="2554"/>
                        <a:pt x="8238" y="2828"/>
                      </a:cubicBezTo>
                      <a:cubicBezTo>
                        <a:pt x="7934" y="3071"/>
                        <a:pt x="7539" y="3132"/>
                        <a:pt x="7174" y="3253"/>
                      </a:cubicBezTo>
                      <a:cubicBezTo>
                        <a:pt x="6627" y="3466"/>
                        <a:pt x="5958" y="3740"/>
                        <a:pt x="5502" y="4195"/>
                      </a:cubicBezTo>
                      <a:lnTo>
                        <a:pt x="5684" y="2311"/>
                      </a:lnTo>
                      <a:cubicBezTo>
                        <a:pt x="5897" y="2281"/>
                        <a:pt x="6110" y="2159"/>
                        <a:pt x="6292" y="2037"/>
                      </a:cubicBezTo>
                      <a:cubicBezTo>
                        <a:pt x="6627" y="1764"/>
                        <a:pt x="6900" y="1429"/>
                        <a:pt x="7356" y="1277"/>
                      </a:cubicBezTo>
                      <a:cubicBezTo>
                        <a:pt x="7437" y="1254"/>
                        <a:pt x="7515" y="1243"/>
                        <a:pt x="7588" y="1243"/>
                      </a:cubicBezTo>
                      <a:close/>
                      <a:moveTo>
                        <a:pt x="0" y="1"/>
                      </a:moveTo>
                      <a:lnTo>
                        <a:pt x="760" y="7965"/>
                      </a:lnTo>
                      <a:lnTo>
                        <a:pt x="5137" y="7965"/>
                      </a:lnTo>
                      <a:lnTo>
                        <a:pt x="5320" y="6110"/>
                      </a:lnTo>
                      <a:cubicBezTo>
                        <a:pt x="5507" y="6279"/>
                        <a:pt x="5740" y="6367"/>
                        <a:pt x="5977" y="6367"/>
                      </a:cubicBezTo>
                      <a:cubicBezTo>
                        <a:pt x="6125" y="6367"/>
                        <a:pt x="6274" y="6332"/>
                        <a:pt x="6414" y="6262"/>
                      </a:cubicBezTo>
                      <a:cubicBezTo>
                        <a:pt x="6704" y="6104"/>
                        <a:pt x="6513" y="5717"/>
                        <a:pt x="6239" y="5717"/>
                      </a:cubicBezTo>
                      <a:cubicBezTo>
                        <a:pt x="6198" y="5717"/>
                        <a:pt x="6154" y="5726"/>
                        <a:pt x="6110" y="5746"/>
                      </a:cubicBezTo>
                      <a:cubicBezTo>
                        <a:pt x="6061" y="5770"/>
                        <a:pt x="6012" y="5781"/>
                        <a:pt x="5965" y="5781"/>
                      </a:cubicBezTo>
                      <a:cubicBezTo>
                        <a:pt x="5725" y="5781"/>
                        <a:pt x="5537" y="5488"/>
                        <a:pt x="5563" y="5259"/>
                      </a:cubicBezTo>
                      <a:cubicBezTo>
                        <a:pt x="5563" y="4834"/>
                        <a:pt x="5928" y="4530"/>
                        <a:pt x="6262" y="4317"/>
                      </a:cubicBezTo>
                      <a:cubicBezTo>
                        <a:pt x="6627" y="4074"/>
                        <a:pt x="7052" y="3891"/>
                        <a:pt x="7478" y="3740"/>
                      </a:cubicBezTo>
                      <a:cubicBezTo>
                        <a:pt x="7812" y="3648"/>
                        <a:pt x="8177" y="3557"/>
                        <a:pt x="8481" y="3344"/>
                      </a:cubicBezTo>
                      <a:cubicBezTo>
                        <a:pt x="9150" y="2888"/>
                        <a:pt x="9089" y="1977"/>
                        <a:pt x="8694" y="1338"/>
                      </a:cubicBezTo>
                      <a:cubicBezTo>
                        <a:pt x="8437" y="917"/>
                        <a:pt x="8027" y="717"/>
                        <a:pt x="7588" y="717"/>
                      </a:cubicBezTo>
                      <a:cubicBezTo>
                        <a:pt x="7298" y="717"/>
                        <a:pt x="6996" y="804"/>
                        <a:pt x="6718" y="974"/>
                      </a:cubicBezTo>
                      <a:cubicBezTo>
                        <a:pt x="6353" y="1186"/>
                        <a:pt x="6110" y="1581"/>
                        <a:pt x="5715" y="1794"/>
                      </a:cubicBezTo>
                      <a:lnTo>
                        <a:pt x="5897" y="1"/>
                      </a:ln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355;p42"/>
                <p:cNvSpPr/>
                <p:nvPr/>
              </p:nvSpPr>
              <p:spPr>
                <a:xfrm flipH="1">
                  <a:off x="7550522" y="1815275"/>
                  <a:ext cx="391342" cy="350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99" h="10206" extrusionOk="0">
                      <a:moveTo>
                        <a:pt x="6460" y="1"/>
                      </a:moveTo>
                      <a:cubicBezTo>
                        <a:pt x="4791" y="1"/>
                        <a:pt x="3322" y="1206"/>
                        <a:pt x="2097" y="2240"/>
                      </a:cubicBezTo>
                      <a:cubicBezTo>
                        <a:pt x="1733" y="2544"/>
                        <a:pt x="1368" y="2848"/>
                        <a:pt x="1094" y="3243"/>
                      </a:cubicBezTo>
                      <a:cubicBezTo>
                        <a:pt x="790" y="3669"/>
                        <a:pt x="578" y="4125"/>
                        <a:pt x="456" y="4642"/>
                      </a:cubicBezTo>
                      <a:cubicBezTo>
                        <a:pt x="304" y="5219"/>
                        <a:pt x="243" y="5857"/>
                        <a:pt x="243" y="6465"/>
                      </a:cubicBezTo>
                      <a:cubicBezTo>
                        <a:pt x="274" y="6952"/>
                        <a:pt x="334" y="7468"/>
                        <a:pt x="243" y="7924"/>
                      </a:cubicBezTo>
                      <a:cubicBezTo>
                        <a:pt x="152" y="8228"/>
                        <a:pt x="30" y="8502"/>
                        <a:pt x="30" y="8806"/>
                      </a:cubicBezTo>
                      <a:cubicBezTo>
                        <a:pt x="1" y="9607"/>
                        <a:pt x="840" y="10205"/>
                        <a:pt x="1615" y="10205"/>
                      </a:cubicBezTo>
                      <a:cubicBezTo>
                        <a:pt x="1634" y="10205"/>
                        <a:pt x="1653" y="10205"/>
                        <a:pt x="1672" y="10204"/>
                      </a:cubicBezTo>
                      <a:cubicBezTo>
                        <a:pt x="2462" y="10174"/>
                        <a:pt x="3040" y="9778"/>
                        <a:pt x="3708" y="9414"/>
                      </a:cubicBezTo>
                      <a:cubicBezTo>
                        <a:pt x="4255" y="9140"/>
                        <a:pt x="4803" y="8988"/>
                        <a:pt x="5259" y="8532"/>
                      </a:cubicBezTo>
                      <a:cubicBezTo>
                        <a:pt x="6140" y="7712"/>
                        <a:pt x="6718" y="5614"/>
                        <a:pt x="7994" y="5371"/>
                      </a:cubicBezTo>
                      <a:cubicBezTo>
                        <a:pt x="8103" y="5354"/>
                        <a:pt x="8213" y="5349"/>
                        <a:pt x="8322" y="5349"/>
                      </a:cubicBezTo>
                      <a:cubicBezTo>
                        <a:pt x="8498" y="5349"/>
                        <a:pt x="8675" y="5363"/>
                        <a:pt x="8852" y="5363"/>
                      </a:cubicBezTo>
                      <a:cubicBezTo>
                        <a:pt x="8961" y="5363"/>
                        <a:pt x="9070" y="5357"/>
                        <a:pt x="9180" y="5341"/>
                      </a:cubicBezTo>
                      <a:cubicBezTo>
                        <a:pt x="9544" y="5310"/>
                        <a:pt x="9970" y="5006"/>
                        <a:pt x="9939" y="4611"/>
                      </a:cubicBezTo>
                      <a:cubicBezTo>
                        <a:pt x="9909" y="4490"/>
                        <a:pt x="9848" y="4338"/>
                        <a:pt x="9939" y="4246"/>
                      </a:cubicBezTo>
                      <a:cubicBezTo>
                        <a:pt x="9970" y="4216"/>
                        <a:pt x="10031" y="4186"/>
                        <a:pt x="10091" y="4155"/>
                      </a:cubicBezTo>
                      <a:cubicBezTo>
                        <a:pt x="10487" y="4003"/>
                        <a:pt x="11216" y="3517"/>
                        <a:pt x="11246" y="3031"/>
                      </a:cubicBezTo>
                      <a:cubicBezTo>
                        <a:pt x="11273" y="2738"/>
                        <a:pt x="10789" y="2237"/>
                        <a:pt x="10423" y="2237"/>
                      </a:cubicBezTo>
                      <a:cubicBezTo>
                        <a:pt x="10370" y="2237"/>
                        <a:pt x="10320" y="2248"/>
                        <a:pt x="10274" y="2271"/>
                      </a:cubicBezTo>
                      <a:cubicBezTo>
                        <a:pt x="10608" y="2088"/>
                        <a:pt x="10973" y="1906"/>
                        <a:pt x="11186" y="1572"/>
                      </a:cubicBezTo>
                      <a:cubicBezTo>
                        <a:pt x="11398" y="1237"/>
                        <a:pt x="11398" y="751"/>
                        <a:pt x="11094" y="508"/>
                      </a:cubicBezTo>
                      <a:cubicBezTo>
                        <a:pt x="10967" y="423"/>
                        <a:pt x="10813" y="397"/>
                        <a:pt x="10654" y="397"/>
                      </a:cubicBezTo>
                      <a:cubicBezTo>
                        <a:pt x="10472" y="397"/>
                        <a:pt x="10284" y="431"/>
                        <a:pt x="10122" y="447"/>
                      </a:cubicBezTo>
                      <a:cubicBezTo>
                        <a:pt x="9971" y="468"/>
                        <a:pt x="9836" y="490"/>
                        <a:pt x="9705" y="490"/>
                      </a:cubicBezTo>
                      <a:cubicBezTo>
                        <a:pt x="9651" y="490"/>
                        <a:pt x="9598" y="486"/>
                        <a:pt x="9544" y="477"/>
                      </a:cubicBezTo>
                      <a:cubicBezTo>
                        <a:pt x="8693" y="447"/>
                        <a:pt x="7873" y="173"/>
                        <a:pt x="7052" y="52"/>
                      </a:cubicBezTo>
                      <a:cubicBezTo>
                        <a:pt x="6852" y="17"/>
                        <a:pt x="6655" y="1"/>
                        <a:pt x="6460" y="1"/>
                      </a:cubicBezTo>
                      <a:close/>
                    </a:path>
                  </a:pathLst>
                </a:custGeom>
                <a:solidFill>
                  <a:srgbClr val="E5E1EE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" name="Google Shape;356;p42"/>
                <p:cNvSpPr/>
                <p:nvPr/>
              </p:nvSpPr>
              <p:spPr>
                <a:xfrm flipH="1">
                  <a:off x="7710199" y="1842087"/>
                  <a:ext cx="139865" cy="259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4" h="7547" extrusionOk="0">
                      <a:moveTo>
                        <a:pt x="1730" y="1"/>
                      </a:moveTo>
                      <a:cubicBezTo>
                        <a:pt x="1504" y="1"/>
                        <a:pt x="1262" y="57"/>
                        <a:pt x="1004" y="183"/>
                      </a:cubicBezTo>
                      <a:cubicBezTo>
                        <a:pt x="609" y="395"/>
                        <a:pt x="274" y="760"/>
                        <a:pt x="1" y="1125"/>
                      </a:cubicBezTo>
                      <a:cubicBezTo>
                        <a:pt x="183" y="1003"/>
                        <a:pt x="426" y="943"/>
                        <a:pt x="639" y="943"/>
                      </a:cubicBezTo>
                      <a:cubicBezTo>
                        <a:pt x="1916" y="1034"/>
                        <a:pt x="1916" y="2645"/>
                        <a:pt x="2068" y="3557"/>
                      </a:cubicBezTo>
                      <a:cubicBezTo>
                        <a:pt x="2250" y="4590"/>
                        <a:pt x="2250" y="5654"/>
                        <a:pt x="2129" y="6687"/>
                      </a:cubicBezTo>
                      <a:cubicBezTo>
                        <a:pt x="2067" y="7257"/>
                        <a:pt x="2489" y="7546"/>
                        <a:pt x="2937" y="7546"/>
                      </a:cubicBezTo>
                      <a:cubicBezTo>
                        <a:pt x="3372" y="7546"/>
                        <a:pt x="3832" y="7272"/>
                        <a:pt x="3892" y="6718"/>
                      </a:cubicBezTo>
                      <a:cubicBezTo>
                        <a:pt x="4074" y="5168"/>
                        <a:pt x="4044" y="3496"/>
                        <a:pt x="3618" y="1976"/>
                      </a:cubicBezTo>
                      <a:cubicBezTo>
                        <a:pt x="3371" y="1039"/>
                        <a:pt x="2704" y="1"/>
                        <a:pt x="17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57" name="Google Shape;357;p42"/>
              <p:cNvSpPr/>
              <p:nvPr/>
            </p:nvSpPr>
            <p:spPr>
              <a:xfrm flipH="1">
                <a:off x="6079961" y="4218896"/>
                <a:ext cx="438291" cy="165127"/>
              </a:xfrm>
              <a:custGeom>
                <a:avLst/>
                <a:gdLst/>
                <a:ahLst/>
                <a:cxnLst/>
                <a:rect l="l" t="t" r="r" b="b"/>
                <a:pathLst>
                  <a:path w="12767" h="4810" extrusionOk="0">
                    <a:moveTo>
                      <a:pt x="5012" y="1"/>
                    </a:moveTo>
                    <a:cubicBezTo>
                      <a:pt x="4621" y="1"/>
                      <a:pt x="955" y="798"/>
                      <a:pt x="608" y="1375"/>
                    </a:cubicBezTo>
                    <a:cubicBezTo>
                      <a:pt x="0" y="2317"/>
                      <a:pt x="608" y="3776"/>
                      <a:pt x="882" y="4810"/>
                    </a:cubicBezTo>
                    <a:cubicBezTo>
                      <a:pt x="3010" y="4658"/>
                      <a:pt x="5137" y="4475"/>
                      <a:pt x="7265" y="4232"/>
                    </a:cubicBezTo>
                    <a:cubicBezTo>
                      <a:pt x="8329" y="4111"/>
                      <a:pt x="9362" y="3989"/>
                      <a:pt x="10426" y="3868"/>
                    </a:cubicBezTo>
                    <a:cubicBezTo>
                      <a:pt x="11004" y="3807"/>
                      <a:pt x="11916" y="3868"/>
                      <a:pt x="12371" y="3503"/>
                    </a:cubicBezTo>
                    <a:cubicBezTo>
                      <a:pt x="12371" y="3472"/>
                      <a:pt x="12402" y="3472"/>
                      <a:pt x="12402" y="3442"/>
                    </a:cubicBezTo>
                    <a:cubicBezTo>
                      <a:pt x="12706" y="3138"/>
                      <a:pt x="12767" y="2591"/>
                      <a:pt x="12493" y="2226"/>
                    </a:cubicBezTo>
                    <a:cubicBezTo>
                      <a:pt x="12219" y="1831"/>
                      <a:pt x="11672" y="1709"/>
                      <a:pt x="11186" y="1649"/>
                    </a:cubicBezTo>
                    <a:cubicBezTo>
                      <a:pt x="10335" y="1284"/>
                      <a:pt x="9119" y="1254"/>
                      <a:pt x="8207" y="1102"/>
                    </a:cubicBezTo>
                    <a:cubicBezTo>
                      <a:pt x="7417" y="950"/>
                      <a:pt x="6262" y="1041"/>
                      <a:pt x="5563" y="676"/>
                    </a:cubicBezTo>
                    <a:cubicBezTo>
                      <a:pt x="5320" y="554"/>
                      <a:pt x="5076" y="311"/>
                      <a:pt x="5046" y="7"/>
                    </a:cubicBezTo>
                    <a:cubicBezTo>
                      <a:pt x="5045" y="3"/>
                      <a:pt x="5033" y="1"/>
                      <a:pt x="50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8" name="Google Shape;358;p42"/>
          <p:cNvGrpSpPr/>
          <p:nvPr/>
        </p:nvGrpSpPr>
        <p:grpSpPr>
          <a:xfrm flipH="1">
            <a:off x="7048437" y="2462354"/>
            <a:ext cx="1835648" cy="2681139"/>
            <a:chOff x="5239502" y="864656"/>
            <a:chExt cx="1384768" cy="2022586"/>
          </a:xfrm>
        </p:grpSpPr>
        <p:sp>
          <p:nvSpPr>
            <p:cNvPr id="359" name="Google Shape;359;p42"/>
            <p:cNvSpPr/>
            <p:nvPr/>
          </p:nvSpPr>
          <p:spPr>
            <a:xfrm flipH="1">
              <a:off x="5469347" y="864656"/>
              <a:ext cx="568491" cy="1009064"/>
            </a:xfrm>
            <a:custGeom>
              <a:avLst/>
              <a:gdLst/>
              <a:ahLst/>
              <a:cxnLst/>
              <a:rect l="l" t="t" r="r" b="b"/>
              <a:pathLst>
                <a:path w="16559" h="29392" extrusionOk="0">
                  <a:moveTo>
                    <a:pt x="8501" y="4644"/>
                  </a:moveTo>
                  <a:cubicBezTo>
                    <a:pt x="8562" y="4644"/>
                    <a:pt x="8636" y="4667"/>
                    <a:pt x="8724" y="4719"/>
                  </a:cubicBezTo>
                  <a:cubicBezTo>
                    <a:pt x="8937" y="4841"/>
                    <a:pt x="8998" y="5084"/>
                    <a:pt x="9059" y="5297"/>
                  </a:cubicBezTo>
                  <a:cubicBezTo>
                    <a:pt x="9211" y="5874"/>
                    <a:pt x="9302" y="6452"/>
                    <a:pt x="9332" y="6999"/>
                  </a:cubicBezTo>
                  <a:cubicBezTo>
                    <a:pt x="9332" y="7090"/>
                    <a:pt x="9332" y="7364"/>
                    <a:pt x="9271" y="7576"/>
                  </a:cubicBezTo>
                  <a:cubicBezTo>
                    <a:pt x="9252" y="7733"/>
                    <a:pt x="9195" y="7852"/>
                    <a:pt x="9100" y="7852"/>
                  </a:cubicBezTo>
                  <a:cubicBezTo>
                    <a:pt x="9047" y="7852"/>
                    <a:pt x="8983" y="7815"/>
                    <a:pt x="8907" y="7728"/>
                  </a:cubicBezTo>
                  <a:cubicBezTo>
                    <a:pt x="8420" y="7242"/>
                    <a:pt x="8299" y="6543"/>
                    <a:pt x="8268" y="5874"/>
                  </a:cubicBezTo>
                  <a:cubicBezTo>
                    <a:pt x="8242" y="5637"/>
                    <a:pt x="8101" y="4644"/>
                    <a:pt x="8501" y="4644"/>
                  </a:cubicBezTo>
                  <a:close/>
                  <a:moveTo>
                    <a:pt x="12372" y="12501"/>
                  </a:moveTo>
                  <a:cubicBezTo>
                    <a:pt x="12493" y="12501"/>
                    <a:pt x="12585" y="12531"/>
                    <a:pt x="12645" y="12653"/>
                  </a:cubicBezTo>
                  <a:cubicBezTo>
                    <a:pt x="12676" y="12713"/>
                    <a:pt x="12676" y="12865"/>
                    <a:pt x="12615" y="12926"/>
                  </a:cubicBezTo>
                  <a:cubicBezTo>
                    <a:pt x="11825" y="13686"/>
                    <a:pt x="10761" y="14081"/>
                    <a:pt x="9697" y="14081"/>
                  </a:cubicBezTo>
                  <a:cubicBezTo>
                    <a:pt x="9484" y="14081"/>
                    <a:pt x="9393" y="13747"/>
                    <a:pt x="9575" y="13625"/>
                  </a:cubicBezTo>
                  <a:cubicBezTo>
                    <a:pt x="9636" y="13595"/>
                    <a:pt x="9697" y="13564"/>
                    <a:pt x="9758" y="13504"/>
                  </a:cubicBezTo>
                  <a:cubicBezTo>
                    <a:pt x="9788" y="13443"/>
                    <a:pt x="9819" y="13382"/>
                    <a:pt x="9910" y="13321"/>
                  </a:cubicBezTo>
                  <a:cubicBezTo>
                    <a:pt x="10609" y="12956"/>
                    <a:pt x="11399" y="12561"/>
                    <a:pt x="12189" y="12501"/>
                  </a:cubicBezTo>
                  <a:close/>
                  <a:moveTo>
                    <a:pt x="4855" y="12077"/>
                  </a:moveTo>
                  <a:cubicBezTo>
                    <a:pt x="4939" y="12077"/>
                    <a:pt x="5024" y="12087"/>
                    <a:pt x="5107" y="12105"/>
                  </a:cubicBezTo>
                  <a:cubicBezTo>
                    <a:pt x="5350" y="12197"/>
                    <a:pt x="5563" y="12349"/>
                    <a:pt x="5746" y="12561"/>
                  </a:cubicBezTo>
                  <a:cubicBezTo>
                    <a:pt x="6232" y="13139"/>
                    <a:pt x="6475" y="13899"/>
                    <a:pt x="6566" y="14659"/>
                  </a:cubicBezTo>
                  <a:cubicBezTo>
                    <a:pt x="6597" y="15054"/>
                    <a:pt x="6566" y="15449"/>
                    <a:pt x="6384" y="15753"/>
                  </a:cubicBezTo>
                  <a:cubicBezTo>
                    <a:pt x="6170" y="16087"/>
                    <a:pt x="5968" y="16221"/>
                    <a:pt x="5782" y="16221"/>
                  </a:cubicBezTo>
                  <a:cubicBezTo>
                    <a:pt x="5119" y="16221"/>
                    <a:pt x="4648" y="14525"/>
                    <a:pt x="4530" y="14051"/>
                  </a:cubicBezTo>
                  <a:cubicBezTo>
                    <a:pt x="4439" y="13656"/>
                    <a:pt x="3983" y="12592"/>
                    <a:pt x="4347" y="12257"/>
                  </a:cubicBezTo>
                  <a:cubicBezTo>
                    <a:pt x="4474" y="12130"/>
                    <a:pt x="4661" y="12077"/>
                    <a:pt x="4855" y="12077"/>
                  </a:cubicBezTo>
                  <a:close/>
                  <a:moveTo>
                    <a:pt x="13172" y="0"/>
                  </a:moveTo>
                  <a:cubicBezTo>
                    <a:pt x="12729" y="0"/>
                    <a:pt x="12240" y="117"/>
                    <a:pt x="11703" y="373"/>
                  </a:cubicBezTo>
                  <a:cubicBezTo>
                    <a:pt x="11764" y="677"/>
                    <a:pt x="11825" y="950"/>
                    <a:pt x="11916" y="1224"/>
                  </a:cubicBezTo>
                  <a:cubicBezTo>
                    <a:pt x="11977" y="1558"/>
                    <a:pt x="12037" y="1893"/>
                    <a:pt x="12037" y="2227"/>
                  </a:cubicBezTo>
                  <a:cubicBezTo>
                    <a:pt x="12037" y="2409"/>
                    <a:pt x="12007" y="2592"/>
                    <a:pt x="11977" y="2774"/>
                  </a:cubicBezTo>
                  <a:cubicBezTo>
                    <a:pt x="11916" y="2987"/>
                    <a:pt x="11855" y="3139"/>
                    <a:pt x="11642" y="3200"/>
                  </a:cubicBezTo>
                  <a:cubicBezTo>
                    <a:pt x="11618" y="3208"/>
                    <a:pt x="11591" y="3211"/>
                    <a:pt x="11565" y="3211"/>
                  </a:cubicBezTo>
                  <a:cubicBezTo>
                    <a:pt x="11492" y="3211"/>
                    <a:pt x="11421" y="3183"/>
                    <a:pt x="11399" y="3139"/>
                  </a:cubicBezTo>
                  <a:cubicBezTo>
                    <a:pt x="10913" y="2531"/>
                    <a:pt x="10761" y="1771"/>
                    <a:pt x="10670" y="1011"/>
                  </a:cubicBezTo>
                  <a:cubicBezTo>
                    <a:pt x="10487" y="1133"/>
                    <a:pt x="10274" y="1285"/>
                    <a:pt x="10092" y="1467"/>
                  </a:cubicBezTo>
                  <a:cubicBezTo>
                    <a:pt x="6779" y="4263"/>
                    <a:pt x="4439" y="8032"/>
                    <a:pt x="2888" y="12166"/>
                  </a:cubicBezTo>
                  <a:cubicBezTo>
                    <a:pt x="1885" y="14841"/>
                    <a:pt x="1247" y="17607"/>
                    <a:pt x="882" y="20434"/>
                  </a:cubicBezTo>
                  <a:cubicBezTo>
                    <a:pt x="609" y="22653"/>
                    <a:pt x="1" y="25875"/>
                    <a:pt x="669" y="28063"/>
                  </a:cubicBezTo>
                  <a:cubicBezTo>
                    <a:pt x="821" y="28580"/>
                    <a:pt x="1217" y="29066"/>
                    <a:pt x="1733" y="29188"/>
                  </a:cubicBezTo>
                  <a:cubicBezTo>
                    <a:pt x="1801" y="29203"/>
                    <a:pt x="1869" y="29210"/>
                    <a:pt x="1938" y="29210"/>
                  </a:cubicBezTo>
                  <a:cubicBezTo>
                    <a:pt x="2428" y="29210"/>
                    <a:pt x="2919" y="28847"/>
                    <a:pt x="2919" y="28367"/>
                  </a:cubicBezTo>
                  <a:cubicBezTo>
                    <a:pt x="2983" y="29101"/>
                    <a:pt x="3448" y="29391"/>
                    <a:pt x="3978" y="29391"/>
                  </a:cubicBezTo>
                  <a:cubicBezTo>
                    <a:pt x="4457" y="29391"/>
                    <a:pt x="4988" y="29154"/>
                    <a:pt x="5320" y="28793"/>
                  </a:cubicBezTo>
                  <a:cubicBezTo>
                    <a:pt x="10700" y="22926"/>
                    <a:pt x="14469" y="15601"/>
                    <a:pt x="16110" y="7820"/>
                  </a:cubicBezTo>
                  <a:lnTo>
                    <a:pt x="16110" y="7820"/>
                  </a:lnTo>
                  <a:cubicBezTo>
                    <a:pt x="14834" y="8367"/>
                    <a:pt x="13557" y="8853"/>
                    <a:pt x="12189" y="9005"/>
                  </a:cubicBezTo>
                  <a:cubicBezTo>
                    <a:pt x="12178" y="9007"/>
                    <a:pt x="12167" y="9007"/>
                    <a:pt x="12157" y="9007"/>
                  </a:cubicBezTo>
                  <a:cubicBezTo>
                    <a:pt x="11959" y="9007"/>
                    <a:pt x="11802" y="8752"/>
                    <a:pt x="11946" y="8580"/>
                  </a:cubicBezTo>
                  <a:cubicBezTo>
                    <a:pt x="12645" y="7728"/>
                    <a:pt x="13740" y="7181"/>
                    <a:pt x="14773" y="6786"/>
                  </a:cubicBezTo>
                  <a:cubicBezTo>
                    <a:pt x="15290" y="6573"/>
                    <a:pt x="15806" y="6421"/>
                    <a:pt x="16354" y="6269"/>
                  </a:cubicBezTo>
                  <a:cubicBezTo>
                    <a:pt x="16558" y="3253"/>
                    <a:pt x="15516" y="0"/>
                    <a:pt x="13172" y="0"/>
                  </a:cubicBezTo>
                  <a:close/>
                </a:path>
              </a:pathLst>
            </a:custGeom>
            <a:solidFill>
              <a:srgbClr val="E5E1EE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2"/>
            <p:cNvSpPr/>
            <p:nvPr/>
          </p:nvSpPr>
          <p:spPr>
            <a:xfrm flipH="1">
              <a:off x="5239502" y="1561048"/>
              <a:ext cx="698160" cy="712957"/>
            </a:xfrm>
            <a:custGeom>
              <a:avLst/>
              <a:gdLst/>
              <a:ahLst/>
              <a:cxnLst/>
              <a:rect l="l" t="t" r="r" b="b"/>
              <a:pathLst>
                <a:path w="20336" h="20767" extrusionOk="0">
                  <a:moveTo>
                    <a:pt x="16779" y="6714"/>
                  </a:moveTo>
                  <a:cubicBezTo>
                    <a:pt x="17022" y="6714"/>
                    <a:pt x="17296" y="6775"/>
                    <a:pt x="17417" y="6988"/>
                  </a:cubicBezTo>
                  <a:cubicBezTo>
                    <a:pt x="17569" y="7292"/>
                    <a:pt x="17235" y="7596"/>
                    <a:pt x="16931" y="7778"/>
                  </a:cubicBezTo>
                  <a:cubicBezTo>
                    <a:pt x="16901" y="7808"/>
                    <a:pt x="16901" y="7808"/>
                    <a:pt x="16870" y="7839"/>
                  </a:cubicBezTo>
                  <a:cubicBezTo>
                    <a:pt x="15958" y="8325"/>
                    <a:pt x="14986" y="8903"/>
                    <a:pt x="13952" y="9024"/>
                  </a:cubicBezTo>
                  <a:cubicBezTo>
                    <a:pt x="13853" y="9033"/>
                    <a:pt x="13699" y="9045"/>
                    <a:pt x="13529" y="9045"/>
                  </a:cubicBezTo>
                  <a:cubicBezTo>
                    <a:pt x="13127" y="9045"/>
                    <a:pt x="12630" y="8980"/>
                    <a:pt x="12524" y="8660"/>
                  </a:cubicBezTo>
                  <a:cubicBezTo>
                    <a:pt x="12341" y="8112"/>
                    <a:pt x="13253" y="7596"/>
                    <a:pt x="13618" y="7413"/>
                  </a:cubicBezTo>
                  <a:cubicBezTo>
                    <a:pt x="14591" y="6957"/>
                    <a:pt x="15685" y="6714"/>
                    <a:pt x="16779" y="6714"/>
                  </a:cubicBezTo>
                  <a:close/>
                  <a:moveTo>
                    <a:pt x="10927" y="5510"/>
                  </a:moveTo>
                  <a:cubicBezTo>
                    <a:pt x="10986" y="5510"/>
                    <a:pt x="11043" y="5524"/>
                    <a:pt x="11095" y="5559"/>
                  </a:cubicBezTo>
                  <a:cubicBezTo>
                    <a:pt x="11430" y="5802"/>
                    <a:pt x="11521" y="6198"/>
                    <a:pt x="11490" y="6653"/>
                  </a:cubicBezTo>
                  <a:cubicBezTo>
                    <a:pt x="11430" y="7565"/>
                    <a:pt x="10852" y="8720"/>
                    <a:pt x="10518" y="9146"/>
                  </a:cubicBezTo>
                  <a:cubicBezTo>
                    <a:pt x="10453" y="9253"/>
                    <a:pt x="10328" y="9361"/>
                    <a:pt x="10217" y="9361"/>
                  </a:cubicBezTo>
                  <a:cubicBezTo>
                    <a:pt x="10171" y="9361"/>
                    <a:pt x="10128" y="9342"/>
                    <a:pt x="10092" y="9298"/>
                  </a:cubicBezTo>
                  <a:cubicBezTo>
                    <a:pt x="10062" y="9267"/>
                    <a:pt x="10062" y="9207"/>
                    <a:pt x="10062" y="9146"/>
                  </a:cubicBezTo>
                  <a:cubicBezTo>
                    <a:pt x="10031" y="8872"/>
                    <a:pt x="10031" y="8416"/>
                    <a:pt x="10062" y="8295"/>
                  </a:cubicBezTo>
                  <a:cubicBezTo>
                    <a:pt x="10001" y="7444"/>
                    <a:pt x="9849" y="6380"/>
                    <a:pt x="10518" y="5711"/>
                  </a:cubicBezTo>
                  <a:cubicBezTo>
                    <a:pt x="10626" y="5603"/>
                    <a:pt x="10781" y="5510"/>
                    <a:pt x="10927" y="5510"/>
                  </a:cubicBezTo>
                  <a:close/>
                  <a:moveTo>
                    <a:pt x="9732" y="14091"/>
                  </a:moveTo>
                  <a:cubicBezTo>
                    <a:pt x="10332" y="14091"/>
                    <a:pt x="10997" y="14179"/>
                    <a:pt x="11034" y="14496"/>
                  </a:cubicBezTo>
                  <a:cubicBezTo>
                    <a:pt x="11065" y="14799"/>
                    <a:pt x="10761" y="15012"/>
                    <a:pt x="10305" y="15164"/>
                  </a:cubicBezTo>
                  <a:cubicBezTo>
                    <a:pt x="9515" y="15438"/>
                    <a:pt x="8329" y="15468"/>
                    <a:pt x="8056" y="15529"/>
                  </a:cubicBezTo>
                  <a:cubicBezTo>
                    <a:pt x="7630" y="15590"/>
                    <a:pt x="7204" y="15651"/>
                    <a:pt x="6809" y="15711"/>
                  </a:cubicBezTo>
                  <a:cubicBezTo>
                    <a:pt x="6718" y="15559"/>
                    <a:pt x="6870" y="15377"/>
                    <a:pt x="6992" y="15225"/>
                  </a:cubicBezTo>
                  <a:cubicBezTo>
                    <a:pt x="7539" y="14769"/>
                    <a:pt x="8147" y="14374"/>
                    <a:pt x="8846" y="14161"/>
                  </a:cubicBezTo>
                  <a:cubicBezTo>
                    <a:pt x="8999" y="14126"/>
                    <a:pt x="9353" y="14091"/>
                    <a:pt x="9732" y="14091"/>
                  </a:cubicBezTo>
                  <a:close/>
                  <a:moveTo>
                    <a:pt x="18891" y="0"/>
                  </a:moveTo>
                  <a:cubicBezTo>
                    <a:pt x="18590" y="0"/>
                    <a:pt x="18276" y="71"/>
                    <a:pt x="17995" y="149"/>
                  </a:cubicBezTo>
                  <a:cubicBezTo>
                    <a:pt x="16931" y="453"/>
                    <a:pt x="15898" y="818"/>
                    <a:pt x="14895" y="1273"/>
                  </a:cubicBezTo>
                  <a:cubicBezTo>
                    <a:pt x="14864" y="1273"/>
                    <a:pt x="15168" y="3918"/>
                    <a:pt x="15047" y="4252"/>
                  </a:cubicBezTo>
                  <a:cubicBezTo>
                    <a:pt x="14940" y="4549"/>
                    <a:pt x="14493" y="4921"/>
                    <a:pt x="14109" y="4921"/>
                  </a:cubicBezTo>
                  <a:cubicBezTo>
                    <a:pt x="13943" y="4921"/>
                    <a:pt x="13789" y="4852"/>
                    <a:pt x="13679" y="4678"/>
                  </a:cubicBezTo>
                  <a:cubicBezTo>
                    <a:pt x="13588" y="4526"/>
                    <a:pt x="13588" y="4343"/>
                    <a:pt x="13588" y="4161"/>
                  </a:cubicBezTo>
                  <a:cubicBezTo>
                    <a:pt x="13618" y="3462"/>
                    <a:pt x="13679" y="2732"/>
                    <a:pt x="13648" y="2003"/>
                  </a:cubicBezTo>
                  <a:lnTo>
                    <a:pt x="13648" y="2003"/>
                  </a:lnTo>
                  <a:cubicBezTo>
                    <a:pt x="10852" y="3219"/>
                    <a:pt x="8420" y="5134"/>
                    <a:pt x="6353" y="7413"/>
                  </a:cubicBezTo>
                  <a:cubicBezTo>
                    <a:pt x="5867" y="7991"/>
                    <a:pt x="4773" y="8903"/>
                    <a:pt x="4803" y="9693"/>
                  </a:cubicBezTo>
                  <a:cubicBezTo>
                    <a:pt x="4803" y="10149"/>
                    <a:pt x="5168" y="10726"/>
                    <a:pt x="5229" y="11213"/>
                  </a:cubicBezTo>
                  <a:cubicBezTo>
                    <a:pt x="5290" y="11760"/>
                    <a:pt x="5290" y="12337"/>
                    <a:pt x="5198" y="12885"/>
                  </a:cubicBezTo>
                  <a:cubicBezTo>
                    <a:pt x="5198" y="13006"/>
                    <a:pt x="5138" y="13158"/>
                    <a:pt x="5016" y="13189"/>
                  </a:cubicBezTo>
                  <a:cubicBezTo>
                    <a:pt x="4997" y="13195"/>
                    <a:pt x="4978" y="13198"/>
                    <a:pt x="4959" y="13198"/>
                  </a:cubicBezTo>
                  <a:cubicBezTo>
                    <a:pt x="4803" y="13198"/>
                    <a:pt x="4678" y="12984"/>
                    <a:pt x="4651" y="12793"/>
                  </a:cubicBezTo>
                  <a:cubicBezTo>
                    <a:pt x="4499" y="11973"/>
                    <a:pt x="4469" y="11152"/>
                    <a:pt x="4378" y="10301"/>
                  </a:cubicBezTo>
                  <a:cubicBezTo>
                    <a:pt x="2584" y="12094"/>
                    <a:pt x="1642" y="15012"/>
                    <a:pt x="1065" y="17413"/>
                  </a:cubicBezTo>
                  <a:cubicBezTo>
                    <a:pt x="943" y="17991"/>
                    <a:pt x="1" y="20392"/>
                    <a:pt x="578" y="20757"/>
                  </a:cubicBezTo>
                  <a:cubicBezTo>
                    <a:pt x="589" y="20764"/>
                    <a:pt x="607" y="20767"/>
                    <a:pt x="631" y="20767"/>
                  </a:cubicBezTo>
                  <a:cubicBezTo>
                    <a:pt x="1156" y="20767"/>
                    <a:pt x="4710" y="19260"/>
                    <a:pt x="5320" y="19085"/>
                  </a:cubicBezTo>
                  <a:cubicBezTo>
                    <a:pt x="8572" y="18295"/>
                    <a:pt x="11733" y="16532"/>
                    <a:pt x="13983" y="13766"/>
                  </a:cubicBezTo>
                  <a:cubicBezTo>
                    <a:pt x="15351" y="12094"/>
                    <a:pt x="16658" y="10301"/>
                    <a:pt x="17721" y="8386"/>
                  </a:cubicBezTo>
                  <a:cubicBezTo>
                    <a:pt x="18572" y="6836"/>
                    <a:pt x="20031" y="4313"/>
                    <a:pt x="19880" y="2520"/>
                  </a:cubicBezTo>
                  <a:cubicBezTo>
                    <a:pt x="19606" y="2520"/>
                    <a:pt x="19302" y="2611"/>
                    <a:pt x="18998" y="2732"/>
                  </a:cubicBezTo>
                  <a:cubicBezTo>
                    <a:pt x="18694" y="2854"/>
                    <a:pt x="18390" y="2976"/>
                    <a:pt x="18025" y="2976"/>
                  </a:cubicBezTo>
                  <a:cubicBezTo>
                    <a:pt x="17995" y="2976"/>
                    <a:pt x="17934" y="2976"/>
                    <a:pt x="17904" y="2945"/>
                  </a:cubicBezTo>
                  <a:cubicBezTo>
                    <a:pt x="17843" y="2915"/>
                    <a:pt x="17843" y="2854"/>
                    <a:pt x="17843" y="2824"/>
                  </a:cubicBezTo>
                  <a:cubicBezTo>
                    <a:pt x="17813" y="2398"/>
                    <a:pt x="18177" y="2033"/>
                    <a:pt x="18572" y="1881"/>
                  </a:cubicBezTo>
                  <a:cubicBezTo>
                    <a:pt x="18876" y="1729"/>
                    <a:pt x="19849" y="1760"/>
                    <a:pt x="20062" y="1547"/>
                  </a:cubicBezTo>
                  <a:cubicBezTo>
                    <a:pt x="20335" y="1243"/>
                    <a:pt x="19940" y="453"/>
                    <a:pt x="19667" y="240"/>
                  </a:cubicBezTo>
                  <a:cubicBezTo>
                    <a:pt x="19445" y="63"/>
                    <a:pt x="19174" y="0"/>
                    <a:pt x="18891" y="0"/>
                  </a:cubicBezTo>
                  <a:close/>
                </a:path>
              </a:pathLst>
            </a:custGeom>
            <a:solidFill>
              <a:srgbClr val="E5E1EE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2"/>
            <p:cNvSpPr/>
            <p:nvPr/>
          </p:nvSpPr>
          <p:spPr>
            <a:xfrm flipH="1">
              <a:off x="5565099" y="1919869"/>
              <a:ext cx="399684" cy="584421"/>
            </a:xfrm>
            <a:custGeom>
              <a:avLst/>
              <a:gdLst/>
              <a:ahLst/>
              <a:cxnLst/>
              <a:rect l="l" t="t" r="r" b="b"/>
              <a:pathLst>
                <a:path w="11642" h="17023" fill="none" extrusionOk="0">
                  <a:moveTo>
                    <a:pt x="11642" y="1"/>
                  </a:moveTo>
                  <a:cubicBezTo>
                    <a:pt x="9423" y="1946"/>
                    <a:pt x="7235" y="3892"/>
                    <a:pt x="5046" y="5837"/>
                  </a:cubicBezTo>
                  <a:cubicBezTo>
                    <a:pt x="3861" y="6870"/>
                    <a:pt x="2675" y="7934"/>
                    <a:pt x="1855" y="9302"/>
                  </a:cubicBezTo>
                  <a:cubicBezTo>
                    <a:pt x="517" y="11551"/>
                    <a:pt x="244" y="14348"/>
                    <a:pt x="0" y="17022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2"/>
            <p:cNvSpPr/>
            <p:nvPr/>
          </p:nvSpPr>
          <p:spPr>
            <a:xfrm flipH="1">
              <a:off x="5998147" y="1840566"/>
              <a:ext cx="210828" cy="823366"/>
            </a:xfrm>
            <a:custGeom>
              <a:avLst/>
              <a:gdLst/>
              <a:ahLst/>
              <a:cxnLst/>
              <a:rect l="l" t="t" r="r" b="b"/>
              <a:pathLst>
                <a:path w="6141" h="23983" fill="none" extrusionOk="0">
                  <a:moveTo>
                    <a:pt x="1" y="1"/>
                  </a:moveTo>
                  <a:cubicBezTo>
                    <a:pt x="2828" y="4408"/>
                    <a:pt x="5563" y="9241"/>
                    <a:pt x="5928" y="14652"/>
                  </a:cubicBezTo>
                  <a:cubicBezTo>
                    <a:pt x="6141" y="17752"/>
                    <a:pt x="5533" y="20943"/>
                    <a:pt x="6110" y="2398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2"/>
            <p:cNvSpPr/>
            <p:nvPr/>
          </p:nvSpPr>
          <p:spPr>
            <a:xfrm flipH="1">
              <a:off x="5690304" y="1179020"/>
              <a:ext cx="295352" cy="1407718"/>
            </a:xfrm>
            <a:custGeom>
              <a:avLst/>
              <a:gdLst/>
              <a:ahLst/>
              <a:cxnLst/>
              <a:rect l="l" t="t" r="r" b="b"/>
              <a:pathLst>
                <a:path w="8603" h="41004" fill="none" extrusionOk="0">
                  <a:moveTo>
                    <a:pt x="8602" y="0"/>
                  </a:moveTo>
                  <a:cubicBezTo>
                    <a:pt x="6536" y="4620"/>
                    <a:pt x="1399" y="17660"/>
                    <a:pt x="639" y="22766"/>
                  </a:cubicBezTo>
                  <a:cubicBezTo>
                    <a:pt x="213" y="25441"/>
                    <a:pt x="183" y="28177"/>
                    <a:pt x="122" y="30882"/>
                  </a:cubicBezTo>
                  <a:lnTo>
                    <a:pt x="1" y="410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2"/>
            <p:cNvSpPr/>
            <p:nvPr/>
          </p:nvSpPr>
          <p:spPr>
            <a:xfrm flipH="1">
              <a:off x="5711171" y="2446841"/>
              <a:ext cx="529113" cy="440401"/>
            </a:xfrm>
            <a:custGeom>
              <a:avLst/>
              <a:gdLst/>
              <a:ahLst/>
              <a:cxnLst/>
              <a:rect l="l" t="t" r="r" b="b"/>
              <a:pathLst>
                <a:path w="15412" h="12828" extrusionOk="0">
                  <a:moveTo>
                    <a:pt x="1" y="1"/>
                  </a:moveTo>
                  <a:cubicBezTo>
                    <a:pt x="1" y="1"/>
                    <a:pt x="1065" y="12797"/>
                    <a:pt x="1065" y="12828"/>
                  </a:cubicBezTo>
                  <a:cubicBezTo>
                    <a:pt x="1065" y="12828"/>
                    <a:pt x="14500" y="12676"/>
                    <a:pt x="14530" y="12615"/>
                  </a:cubicBezTo>
                  <a:lnTo>
                    <a:pt x="1541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2"/>
            <p:cNvSpPr/>
            <p:nvPr/>
          </p:nvSpPr>
          <p:spPr>
            <a:xfrm flipH="1">
              <a:off x="6008573" y="1450573"/>
              <a:ext cx="615696" cy="692839"/>
            </a:xfrm>
            <a:custGeom>
              <a:avLst/>
              <a:gdLst/>
              <a:ahLst/>
              <a:cxnLst/>
              <a:rect l="l" t="t" r="r" b="b"/>
              <a:pathLst>
                <a:path w="17934" h="20181" extrusionOk="0">
                  <a:moveTo>
                    <a:pt x="2918" y="3184"/>
                  </a:moveTo>
                  <a:cubicBezTo>
                    <a:pt x="3496" y="3184"/>
                    <a:pt x="4134" y="3367"/>
                    <a:pt x="4590" y="3762"/>
                  </a:cubicBezTo>
                  <a:cubicBezTo>
                    <a:pt x="4681" y="3853"/>
                    <a:pt x="4712" y="4036"/>
                    <a:pt x="4651" y="4127"/>
                  </a:cubicBezTo>
                  <a:cubicBezTo>
                    <a:pt x="4590" y="4279"/>
                    <a:pt x="4469" y="4339"/>
                    <a:pt x="4317" y="4339"/>
                  </a:cubicBezTo>
                  <a:cubicBezTo>
                    <a:pt x="3982" y="4339"/>
                    <a:pt x="3648" y="4248"/>
                    <a:pt x="3344" y="4096"/>
                  </a:cubicBezTo>
                  <a:cubicBezTo>
                    <a:pt x="3131" y="3975"/>
                    <a:pt x="2918" y="3823"/>
                    <a:pt x="2706" y="3701"/>
                  </a:cubicBezTo>
                  <a:cubicBezTo>
                    <a:pt x="2614" y="3640"/>
                    <a:pt x="2523" y="3549"/>
                    <a:pt x="2493" y="3458"/>
                  </a:cubicBezTo>
                  <a:cubicBezTo>
                    <a:pt x="2493" y="3367"/>
                    <a:pt x="2554" y="3276"/>
                    <a:pt x="2645" y="3245"/>
                  </a:cubicBezTo>
                  <a:cubicBezTo>
                    <a:pt x="2706" y="3184"/>
                    <a:pt x="2827" y="3184"/>
                    <a:pt x="2918" y="3184"/>
                  </a:cubicBezTo>
                  <a:close/>
                  <a:moveTo>
                    <a:pt x="8471" y="2373"/>
                  </a:moveTo>
                  <a:cubicBezTo>
                    <a:pt x="8569" y="2373"/>
                    <a:pt x="8671" y="2421"/>
                    <a:pt x="8785" y="2516"/>
                  </a:cubicBezTo>
                  <a:cubicBezTo>
                    <a:pt x="9180" y="2911"/>
                    <a:pt x="9636" y="3701"/>
                    <a:pt x="9666" y="4279"/>
                  </a:cubicBezTo>
                  <a:cubicBezTo>
                    <a:pt x="9697" y="5039"/>
                    <a:pt x="9119" y="6011"/>
                    <a:pt x="8815" y="6710"/>
                  </a:cubicBezTo>
                  <a:cubicBezTo>
                    <a:pt x="8730" y="6881"/>
                    <a:pt x="8618" y="7078"/>
                    <a:pt x="8455" y="7078"/>
                  </a:cubicBezTo>
                  <a:cubicBezTo>
                    <a:pt x="8443" y="7078"/>
                    <a:pt x="8432" y="7077"/>
                    <a:pt x="8420" y="7075"/>
                  </a:cubicBezTo>
                  <a:cubicBezTo>
                    <a:pt x="8238" y="7075"/>
                    <a:pt x="8146" y="6893"/>
                    <a:pt x="8086" y="6741"/>
                  </a:cubicBezTo>
                  <a:cubicBezTo>
                    <a:pt x="7751" y="5890"/>
                    <a:pt x="7630" y="4978"/>
                    <a:pt x="7690" y="4066"/>
                  </a:cubicBezTo>
                  <a:cubicBezTo>
                    <a:pt x="7721" y="3853"/>
                    <a:pt x="7903" y="2668"/>
                    <a:pt x="8298" y="2425"/>
                  </a:cubicBezTo>
                  <a:cubicBezTo>
                    <a:pt x="8355" y="2390"/>
                    <a:pt x="8412" y="2373"/>
                    <a:pt x="8471" y="2373"/>
                  </a:cubicBezTo>
                  <a:close/>
                  <a:moveTo>
                    <a:pt x="5100" y="6966"/>
                  </a:moveTo>
                  <a:cubicBezTo>
                    <a:pt x="5215" y="6966"/>
                    <a:pt x="5330" y="6973"/>
                    <a:pt x="5441" y="6984"/>
                  </a:cubicBezTo>
                  <a:cubicBezTo>
                    <a:pt x="5745" y="7014"/>
                    <a:pt x="6019" y="7045"/>
                    <a:pt x="6323" y="7105"/>
                  </a:cubicBezTo>
                  <a:cubicBezTo>
                    <a:pt x="6627" y="7136"/>
                    <a:pt x="7599" y="7501"/>
                    <a:pt x="6991" y="7926"/>
                  </a:cubicBezTo>
                  <a:cubicBezTo>
                    <a:pt x="6775" y="8062"/>
                    <a:pt x="6491" y="8119"/>
                    <a:pt x="6185" y="8119"/>
                  </a:cubicBezTo>
                  <a:cubicBezTo>
                    <a:pt x="5804" y="8119"/>
                    <a:pt x="5386" y="8031"/>
                    <a:pt x="5016" y="7896"/>
                  </a:cubicBezTo>
                  <a:cubicBezTo>
                    <a:pt x="4742" y="7805"/>
                    <a:pt x="4499" y="7683"/>
                    <a:pt x="4347" y="7592"/>
                  </a:cubicBezTo>
                  <a:cubicBezTo>
                    <a:pt x="4317" y="7561"/>
                    <a:pt x="4286" y="7531"/>
                    <a:pt x="4256" y="7501"/>
                  </a:cubicBezTo>
                  <a:cubicBezTo>
                    <a:pt x="4195" y="7440"/>
                    <a:pt x="4195" y="7318"/>
                    <a:pt x="4256" y="7227"/>
                  </a:cubicBezTo>
                  <a:cubicBezTo>
                    <a:pt x="4317" y="7136"/>
                    <a:pt x="4408" y="7105"/>
                    <a:pt x="4529" y="7045"/>
                  </a:cubicBezTo>
                  <a:cubicBezTo>
                    <a:pt x="4703" y="6987"/>
                    <a:pt x="4901" y="6966"/>
                    <a:pt x="5100" y="6966"/>
                  </a:cubicBezTo>
                  <a:close/>
                  <a:moveTo>
                    <a:pt x="11850" y="7285"/>
                  </a:moveTo>
                  <a:cubicBezTo>
                    <a:pt x="11852" y="7285"/>
                    <a:pt x="11854" y="7286"/>
                    <a:pt x="11855" y="7288"/>
                  </a:cubicBezTo>
                  <a:cubicBezTo>
                    <a:pt x="12067" y="7592"/>
                    <a:pt x="12128" y="7896"/>
                    <a:pt x="12098" y="8200"/>
                  </a:cubicBezTo>
                  <a:cubicBezTo>
                    <a:pt x="12067" y="8808"/>
                    <a:pt x="11703" y="9355"/>
                    <a:pt x="11399" y="9871"/>
                  </a:cubicBezTo>
                  <a:cubicBezTo>
                    <a:pt x="11247" y="9871"/>
                    <a:pt x="11156" y="9719"/>
                    <a:pt x="11125" y="9568"/>
                  </a:cubicBezTo>
                  <a:cubicBezTo>
                    <a:pt x="11064" y="9112"/>
                    <a:pt x="11095" y="8656"/>
                    <a:pt x="11247" y="8230"/>
                  </a:cubicBezTo>
                  <a:cubicBezTo>
                    <a:pt x="11276" y="8142"/>
                    <a:pt x="11790" y="7285"/>
                    <a:pt x="11850" y="7285"/>
                  </a:cubicBezTo>
                  <a:close/>
                  <a:moveTo>
                    <a:pt x="7052" y="10305"/>
                  </a:moveTo>
                  <a:cubicBezTo>
                    <a:pt x="7455" y="10305"/>
                    <a:pt x="7858" y="10373"/>
                    <a:pt x="8238" y="10479"/>
                  </a:cubicBezTo>
                  <a:cubicBezTo>
                    <a:pt x="9058" y="10723"/>
                    <a:pt x="9849" y="11148"/>
                    <a:pt x="10456" y="11756"/>
                  </a:cubicBezTo>
                  <a:cubicBezTo>
                    <a:pt x="10578" y="11908"/>
                    <a:pt x="10608" y="12090"/>
                    <a:pt x="10487" y="12273"/>
                  </a:cubicBezTo>
                  <a:cubicBezTo>
                    <a:pt x="10418" y="12341"/>
                    <a:pt x="10316" y="12375"/>
                    <a:pt x="10205" y="12375"/>
                  </a:cubicBezTo>
                  <a:cubicBezTo>
                    <a:pt x="10168" y="12375"/>
                    <a:pt x="10130" y="12371"/>
                    <a:pt x="10092" y="12364"/>
                  </a:cubicBezTo>
                  <a:cubicBezTo>
                    <a:pt x="9930" y="12391"/>
                    <a:pt x="9766" y="12403"/>
                    <a:pt x="9602" y="12403"/>
                  </a:cubicBezTo>
                  <a:cubicBezTo>
                    <a:pt x="9029" y="12403"/>
                    <a:pt x="8454" y="12256"/>
                    <a:pt x="7934" y="12090"/>
                  </a:cubicBezTo>
                  <a:cubicBezTo>
                    <a:pt x="7204" y="11878"/>
                    <a:pt x="6475" y="11604"/>
                    <a:pt x="5836" y="11209"/>
                  </a:cubicBezTo>
                  <a:cubicBezTo>
                    <a:pt x="5563" y="11026"/>
                    <a:pt x="5593" y="10662"/>
                    <a:pt x="5867" y="10540"/>
                  </a:cubicBezTo>
                  <a:cubicBezTo>
                    <a:pt x="6247" y="10373"/>
                    <a:pt x="6649" y="10305"/>
                    <a:pt x="7052" y="10305"/>
                  </a:cubicBezTo>
                  <a:close/>
                  <a:moveTo>
                    <a:pt x="16759" y="15071"/>
                  </a:moveTo>
                  <a:cubicBezTo>
                    <a:pt x="16875" y="15071"/>
                    <a:pt x="16973" y="15137"/>
                    <a:pt x="17022" y="15312"/>
                  </a:cubicBezTo>
                  <a:cubicBezTo>
                    <a:pt x="17052" y="15434"/>
                    <a:pt x="17022" y="15555"/>
                    <a:pt x="16992" y="15677"/>
                  </a:cubicBezTo>
                  <a:cubicBezTo>
                    <a:pt x="16961" y="15799"/>
                    <a:pt x="16931" y="15890"/>
                    <a:pt x="16900" y="16011"/>
                  </a:cubicBezTo>
                  <a:cubicBezTo>
                    <a:pt x="16779" y="16315"/>
                    <a:pt x="16596" y="16589"/>
                    <a:pt x="16384" y="16832"/>
                  </a:cubicBezTo>
                  <a:cubicBezTo>
                    <a:pt x="16384" y="16862"/>
                    <a:pt x="16353" y="16893"/>
                    <a:pt x="16323" y="16893"/>
                  </a:cubicBezTo>
                  <a:cubicBezTo>
                    <a:pt x="16292" y="16893"/>
                    <a:pt x="16262" y="16862"/>
                    <a:pt x="16262" y="16862"/>
                  </a:cubicBezTo>
                  <a:cubicBezTo>
                    <a:pt x="16080" y="16710"/>
                    <a:pt x="15988" y="16467"/>
                    <a:pt x="15958" y="16255"/>
                  </a:cubicBezTo>
                  <a:cubicBezTo>
                    <a:pt x="15958" y="16011"/>
                    <a:pt x="16019" y="15768"/>
                    <a:pt x="16110" y="15555"/>
                  </a:cubicBezTo>
                  <a:cubicBezTo>
                    <a:pt x="16193" y="15369"/>
                    <a:pt x="16514" y="15071"/>
                    <a:pt x="16759" y="15071"/>
                  </a:cubicBezTo>
                  <a:close/>
                  <a:moveTo>
                    <a:pt x="9544" y="17105"/>
                  </a:moveTo>
                  <a:cubicBezTo>
                    <a:pt x="9544" y="17105"/>
                    <a:pt x="9544" y="17106"/>
                    <a:pt x="9545" y="17106"/>
                  </a:cubicBezTo>
                  <a:cubicBezTo>
                    <a:pt x="9544" y="17105"/>
                    <a:pt x="9544" y="17105"/>
                    <a:pt x="9544" y="17105"/>
                  </a:cubicBezTo>
                  <a:close/>
                  <a:moveTo>
                    <a:pt x="10578" y="17835"/>
                  </a:moveTo>
                  <a:cubicBezTo>
                    <a:pt x="10579" y="17836"/>
                    <a:pt x="10580" y="17836"/>
                    <a:pt x="10581" y="17837"/>
                  </a:cubicBezTo>
                  <a:lnTo>
                    <a:pt x="10581" y="17837"/>
                  </a:lnTo>
                  <a:cubicBezTo>
                    <a:pt x="10580" y="17836"/>
                    <a:pt x="10579" y="17836"/>
                    <a:pt x="10578" y="17835"/>
                  </a:cubicBezTo>
                  <a:close/>
                  <a:moveTo>
                    <a:pt x="5239" y="0"/>
                  </a:moveTo>
                  <a:cubicBezTo>
                    <a:pt x="4787" y="0"/>
                    <a:pt x="4317" y="56"/>
                    <a:pt x="3830" y="175"/>
                  </a:cubicBezTo>
                  <a:cubicBezTo>
                    <a:pt x="2706" y="449"/>
                    <a:pt x="1703" y="1057"/>
                    <a:pt x="1095" y="2060"/>
                  </a:cubicBezTo>
                  <a:cubicBezTo>
                    <a:pt x="0" y="3853"/>
                    <a:pt x="487" y="6224"/>
                    <a:pt x="1459" y="8139"/>
                  </a:cubicBezTo>
                  <a:cubicBezTo>
                    <a:pt x="3131" y="11482"/>
                    <a:pt x="6444" y="14644"/>
                    <a:pt x="9362" y="16984"/>
                  </a:cubicBezTo>
                  <a:cubicBezTo>
                    <a:pt x="9423" y="17045"/>
                    <a:pt x="9483" y="17075"/>
                    <a:pt x="9544" y="17105"/>
                  </a:cubicBezTo>
                  <a:lnTo>
                    <a:pt x="9544" y="17105"/>
                  </a:lnTo>
                  <a:cubicBezTo>
                    <a:pt x="9550" y="17094"/>
                    <a:pt x="10336" y="16832"/>
                    <a:pt x="10365" y="16832"/>
                  </a:cubicBezTo>
                  <a:cubicBezTo>
                    <a:pt x="10791" y="16771"/>
                    <a:pt x="11216" y="16710"/>
                    <a:pt x="11642" y="16680"/>
                  </a:cubicBezTo>
                  <a:cubicBezTo>
                    <a:pt x="11824" y="16680"/>
                    <a:pt x="12037" y="16680"/>
                    <a:pt x="12159" y="16771"/>
                  </a:cubicBezTo>
                  <a:cubicBezTo>
                    <a:pt x="12767" y="17197"/>
                    <a:pt x="11551" y="17592"/>
                    <a:pt x="11277" y="17683"/>
                  </a:cubicBezTo>
                  <a:cubicBezTo>
                    <a:pt x="11199" y="17709"/>
                    <a:pt x="10807" y="17847"/>
                    <a:pt x="10640" y="17847"/>
                  </a:cubicBezTo>
                  <a:cubicBezTo>
                    <a:pt x="10614" y="17847"/>
                    <a:pt x="10594" y="17844"/>
                    <a:pt x="10581" y="17837"/>
                  </a:cubicBezTo>
                  <a:lnTo>
                    <a:pt x="10581" y="17837"/>
                  </a:lnTo>
                  <a:cubicBezTo>
                    <a:pt x="11431" y="18353"/>
                    <a:pt x="12281" y="18839"/>
                    <a:pt x="13101" y="19385"/>
                  </a:cubicBezTo>
                  <a:cubicBezTo>
                    <a:pt x="13496" y="19689"/>
                    <a:pt x="13952" y="19963"/>
                    <a:pt x="14438" y="20115"/>
                  </a:cubicBezTo>
                  <a:cubicBezTo>
                    <a:pt x="14604" y="20156"/>
                    <a:pt x="14781" y="20180"/>
                    <a:pt x="14958" y="20180"/>
                  </a:cubicBezTo>
                  <a:cubicBezTo>
                    <a:pt x="15298" y="20180"/>
                    <a:pt x="15637" y="20092"/>
                    <a:pt x="15897" y="19872"/>
                  </a:cubicBezTo>
                  <a:cubicBezTo>
                    <a:pt x="16748" y="19112"/>
                    <a:pt x="15472" y="18443"/>
                    <a:pt x="16779" y="18048"/>
                  </a:cubicBezTo>
                  <a:cubicBezTo>
                    <a:pt x="17387" y="17896"/>
                    <a:pt x="17782" y="17258"/>
                    <a:pt x="17843" y="16619"/>
                  </a:cubicBezTo>
                  <a:cubicBezTo>
                    <a:pt x="17934" y="16011"/>
                    <a:pt x="17751" y="15373"/>
                    <a:pt x="17539" y="14765"/>
                  </a:cubicBezTo>
                  <a:cubicBezTo>
                    <a:pt x="16201" y="10905"/>
                    <a:pt x="13830" y="7470"/>
                    <a:pt x="11460" y="4096"/>
                  </a:cubicBezTo>
                  <a:cubicBezTo>
                    <a:pt x="9953" y="1915"/>
                    <a:pt x="7893" y="0"/>
                    <a:pt x="5239" y="0"/>
                  </a:cubicBezTo>
                  <a:close/>
                </a:path>
              </a:pathLst>
            </a:custGeom>
            <a:solidFill>
              <a:srgbClr val="E5E1EE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77" name="Google Shape;377;p44"/>
          <p:cNvSpPr txBox="1">
            <a:spLocks noGrp="1"/>
          </p:cNvSpPr>
          <p:nvPr>
            <p:ph type="subTitle" idx="1"/>
          </p:nvPr>
        </p:nvSpPr>
        <p:spPr>
          <a:xfrm>
            <a:off x="1982400" y="1394900"/>
            <a:ext cx="24009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/>
          </a:p>
        </p:txBody>
      </p:sp>
      <p:sp>
        <p:nvSpPr>
          <p:cNvPr id="378" name="Google Shape;378;p44"/>
          <p:cNvSpPr txBox="1">
            <a:spLocks noGrp="1"/>
          </p:cNvSpPr>
          <p:nvPr>
            <p:ph type="subTitle" idx="2"/>
          </p:nvPr>
        </p:nvSpPr>
        <p:spPr>
          <a:xfrm>
            <a:off x="5507420" y="1408386"/>
            <a:ext cx="3121573" cy="714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 smtClean="0"/>
              <a:t>When do we use recursion?</a:t>
            </a:r>
            <a:endParaRPr lang="en-US" sz="1800" dirty="0"/>
          </a:p>
        </p:txBody>
      </p:sp>
      <p:sp>
        <p:nvSpPr>
          <p:cNvPr id="379" name="Google Shape;379;p44"/>
          <p:cNvSpPr txBox="1">
            <a:spLocks noGrp="1"/>
          </p:cNvSpPr>
          <p:nvPr>
            <p:ph type="subTitle" idx="3"/>
          </p:nvPr>
        </p:nvSpPr>
        <p:spPr>
          <a:xfrm>
            <a:off x="1982400" y="2876503"/>
            <a:ext cx="24009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EXP Factoriel</a:t>
            </a:r>
            <a:endParaRPr/>
          </a:p>
        </p:txBody>
      </p:sp>
      <p:sp>
        <p:nvSpPr>
          <p:cNvPr id="380" name="Google Shape;380;p44"/>
          <p:cNvSpPr txBox="1">
            <a:spLocks noGrp="1"/>
          </p:cNvSpPr>
          <p:nvPr>
            <p:ph type="subTitle" idx="4"/>
          </p:nvPr>
        </p:nvSpPr>
        <p:spPr>
          <a:xfrm>
            <a:off x="5724249" y="2876503"/>
            <a:ext cx="2957295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Exercice:palindrome</a:t>
            </a:r>
            <a:endParaRPr/>
          </a:p>
        </p:txBody>
      </p:sp>
      <p:sp>
        <p:nvSpPr>
          <p:cNvPr id="385" name="Google Shape;385;p44"/>
          <p:cNvSpPr txBox="1">
            <a:spLocks noGrp="1"/>
          </p:cNvSpPr>
          <p:nvPr>
            <p:ph type="title" idx="9"/>
          </p:nvPr>
        </p:nvSpPr>
        <p:spPr>
          <a:xfrm>
            <a:off x="1018800" y="1552474"/>
            <a:ext cx="9636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86" name="Google Shape;386;p44"/>
          <p:cNvSpPr txBox="1">
            <a:spLocks noGrp="1"/>
          </p:cNvSpPr>
          <p:nvPr>
            <p:ph type="title" idx="13"/>
          </p:nvPr>
        </p:nvSpPr>
        <p:spPr>
          <a:xfrm>
            <a:off x="4760650" y="1552474"/>
            <a:ext cx="9636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7" name="Google Shape;387;p44"/>
          <p:cNvSpPr txBox="1">
            <a:spLocks noGrp="1"/>
          </p:cNvSpPr>
          <p:nvPr>
            <p:ph type="title" idx="14"/>
          </p:nvPr>
        </p:nvSpPr>
        <p:spPr>
          <a:xfrm>
            <a:off x="1018800" y="3030486"/>
            <a:ext cx="9636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8" name="Google Shape;388;p44"/>
          <p:cNvSpPr txBox="1">
            <a:spLocks noGrp="1"/>
          </p:cNvSpPr>
          <p:nvPr>
            <p:ph type="title" idx="15"/>
          </p:nvPr>
        </p:nvSpPr>
        <p:spPr>
          <a:xfrm>
            <a:off x="4760650" y="3030486"/>
            <a:ext cx="9636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2000"/>
                                        <p:tgtEl>
                                          <p:spTgt spid="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2000"/>
                                        <p:tgtEl>
                                          <p:spTgt spid="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2000"/>
                                        <p:tgtEl>
                                          <p:spTgt spid="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" grpId="0" build="p"/>
      <p:bldP spid="378" grpId="0" build="p"/>
      <p:bldP spid="379" grpId="0" build="p"/>
      <p:bldP spid="38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/>
          <p:nvPr/>
        </p:nvSpPr>
        <p:spPr>
          <a:xfrm>
            <a:off x="374275" y="1567575"/>
            <a:ext cx="2222100" cy="222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5"/>
          <p:cNvSpPr txBox="1">
            <a:spLocks noGrp="1"/>
          </p:cNvSpPr>
          <p:nvPr>
            <p:ph type="title"/>
          </p:nvPr>
        </p:nvSpPr>
        <p:spPr>
          <a:xfrm flipH="1">
            <a:off x="4412275" y="2257736"/>
            <a:ext cx="4018500" cy="8418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96" name="Google Shape;396;p45"/>
          <p:cNvSpPr txBox="1">
            <a:spLocks noGrp="1"/>
          </p:cNvSpPr>
          <p:nvPr>
            <p:ph type="title" idx="2"/>
          </p:nvPr>
        </p:nvSpPr>
        <p:spPr>
          <a:xfrm flipH="1">
            <a:off x="6525175" y="1035674"/>
            <a:ext cx="1905600" cy="12399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97" name="Google Shape;397;p45"/>
          <p:cNvGrpSpPr/>
          <p:nvPr/>
        </p:nvGrpSpPr>
        <p:grpSpPr>
          <a:xfrm>
            <a:off x="671750" y="1774982"/>
            <a:ext cx="3830668" cy="2664266"/>
            <a:chOff x="671750" y="1774982"/>
            <a:chExt cx="3830668" cy="2664266"/>
          </a:xfrm>
        </p:grpSpPr>
        <p:sp>
          <p:nvSpPr>
            <p:cNvPr id="398" name="Google Shape;398;p45"/>
            <p:cNvSpPr/>
            <p:nvPr/>
          </p:nvSpPr>
          <p:spPr>
            <a:xfrm>
              <a:off x="2852804" y="2559516"/>
              <a:ext cx="44093" cy="152170"/>
            </a:xfrm>
            <a:custGeom>
              <a:avLst/>
              <a:gdLst/>
              <a:ahLst/>
              <a:cxnLst/>
              <a:rect l="l" t="t" r="r" b="b"/>
              <a:pathLst>
                <a:path w="1339" h="4621" fill="none" extrusionOk="0">
                  <a:moveTo>
                    <a:pt x="1" y="4621"/>
                  </a:moveTo>
                  <a:cubicBezTo>
                    <a:pt x="700" y="2949"/>
                    <a:pt x="943" y="1764"/>
                    <a:pt x="1338" y="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5"/>
            <p:cNvSpPr/>
            <p:nvPr/>
          </p:nvSpPr>
          <p:spPr>
            <a:xfrm>
              <a:off x="3618537" y="3560469"/>
              <a:ext cx="33" cy="742703"/>
            </a:xfrm>
            <a:custGeom>
              <a:avLst/>
              <a:gdLst/>
              <a:ahLst/>
              <a:cxnLst/>
              <a:rect l="l" t="t" r="r" b="b"/>
              <a:pathLst>
                <a:path w="1" h="22554" fill="none" extrusionOk="0">
                  <a:moveTo>
                    <a:pt x="1" y="0"/>
                  </a:moveTo>
                  <a:lnTo>
                    <a:pt x="1" y="2255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5"/>
            <p:cNvSpPr/>
            <p:nvPr/>
          </p:nvSpPr>
          <p:spPr>
            <a:xfrm>
              <a:off x="3305236" y="4296134"/>
              <a:ext cx="614606" cy="33"/>
            </a:xfrm>
            <a:custGeom>
              <a:avLst/>
              <a:gdLst/>
              <a:ahLst/>
              <a:cxnLst/>
              <a:rect l="l" t="t" r="r" b="b"/>
              <a:pathLst>
                <a:path w="18664" h="1" fill="none" extrusionOk="0">
                  <a:moveTo>
                    <a:pt x="1" y="1"/>
                  </a:moveTo>
                  <a:lnTo>
                    <a:pt x="18664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5"/>
            <p:cNvSpPr/>
            <p:nvPr/>
          </p:nvSpPr>
          <p:spPr>
            <a:xfrm>
              <a:off x="2831794" y="2789469"/>
              <a:ext cx="270289" cy="537846"/>
            </a:xfrm>
            <a:custGeom>
              <a:avLst/>
              <a:gdLst/>
              <a:ahLst/>
              <a:cxnLst/>
              <a:rect l="l" t="t" r="r" b="b"/>
              <a:pathLst>
                <a:path w="8208" h="16333" extrusionOk="0">
                  <a:moveTo>
                    <a:pt x="3786" y="1"/>
                  </a:moveTo>
                  <a:cubicBezTo>
                    <a:pt x="3127" y="1"/>
                    <a:pt x="2467" y="183"/>
                    <a:pt x="1916" y="556"/>
                  </a:cubicBezTo>
                  <a:cubicBezTo>
                    <a:pt x="791" y="1316"/>
                    <a:pt x="213" y="2744"/>
                    <a:pt x="122" y="4112"/>
                  </a:cubicBezTo>
                  <a:cubicBezTo>
                    <a:pt x="1" y="6118"/>
                    <a:pt x="639" y="8307"/>
                    <a:pt x="1186" y="10221"/>
                  </a:cubicBezTo>
                  <a:cubicBezTo>
                    <a:pt x="1824" y="12288"/>
                    <a:pt x="2523" y="14325"/>
                    <a:pt x="3344" y="16331"/>
                  </a:cubicBezTo>
                  <a:cubicBezTo>
                    <a:pt x="3344" y="16332"/>
                    <a:pt x="3347" y="16332"/>
                    <a:pt x="3353" y="16332"/>
                  </a:cubicBezTo>
                  <a:cubicBezTo>
                    <a:pt x="3570" y="16332"/>
                    <a:pt x="7822" y="15782"/>
                    <a:pt x="8207" y="15723"/>
                  </a:cubicBezTo>
                  <a:cubicBezTo>
                    <a:pt x="7752" y="13322"/>
                    <a:pt x="7934" y="10617"/>
                    <a:pt x="7904" y="8185"/>
                  </a:cubicBezTo>
                  <a:cubicBezTo>
                    <a:pt x="7873" y="6544"/>
                    <a:pt x="7934" y="5085"/>
                    <a:pt x="7508" y="3474"/>
                  </a:cubicBezTo>
                  <a:cubicBezTo>
                    <a:pt x="7204" y="2349"/>
                    <a:pt x="6657" y="1255"/>
                    <a:pt x="5715" y="586"/>
                  </a:cubicBezTo>
                  <a:cubicBezTo>
                    <a:pt x="5157" y="199"/>
                    <a:pt x="4472" y="1"/>
                    <a:pt x="378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5"/>
            <p:cNvSpPr/>
            <p:nvPr/>
          </p:nvSpPr>
          <p:spPr>
            <a:xfrm>
              <a:off x="2821783" y="3784659"/>
              <a:ext cx="286293" cy="579568"/>
            </a:xfrm>
            <a:custGeom>
              <a:avLst/>
              <a:gdLst/>
              <a:ahLst/>
              <a:cxnLst/>
              <a:rect l="l" t="t" r="r" b="b"/>
              <a:pathLst>
                <a:path w="8694" h="17600" extrusionOk="0">
                  <a:moveTo>
                    <a:pt x="821" y="1"/>
                  </a:moveTo>
                  <a:cubicBezTo>
                    <a:pt x="821" y="5654"/>
                    <a:pt x="1" y="15199"/>
                    <a:pt x="31" y="16810"/>
                  </a:cubicBezTo>
                  <a:cubicBezTo>
                    <a:pt x="1642" y="16992"/>
                    <a:pt x="2888" y="17600"/>
                    <a:pt x="4499" y="17600"/>
                  </a:cubicBezTo>
                  <a:cubicBezTo>
                    <a:pt x="5776" y="15654"/>
                    <a:pt x="6293" y="10092"/>
                    <a:pt x="6992" y="7934"/>
                  </a:cubicBezTo>
                  <a:cubicBezTo>
                    <a:pt x="7174" y="7448"/>
                    <a:pt x="7873" y="4986"/>
                    <a:pt x="8694" y="2159"/>
                  </a:cubicBezTo>
                  <a:cubicBezTo>
                    <a:pt x="7113" y="1794"/>
                    <a:pt x="5533" y="1399"/>
                    <a:pt x="3983" y="973"/>
                  </a:cubicBezTo>
                  <a:cubicBezTo>
                    <a:pt x="2706" y="609"/>
                    <a:pt x="2068" y="487"/>
                    <a:pt x="82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5"/>
            <p:cNvSpPr/>
            <p:nvPr/>
          </p:nvSpPr>
          <p:spPr>
            <a:xfrm>
              <a:off x="2970926" y="2397992"/>
              <a:ext cx="1388329" cy="1336036"/>
            </a:xfrm>
            <a:custGeom>
              <a:avLst/>
              <a:gdLst/>
              <a:ahLst/>
              <a:cxnLst/>
              <a:rect l="l" t="t" r="r" b="b"/>
              <a:pathLst>
                <a:path w="42160" h="40572" extrusionOk="0">
                  <a:moveTo>
                    <a:pt x="32835" y="1"/>
                  </a:moveTo>
                  <a:cubicBezTo>
                    <a:pt x="31158" y="1"/>
                    <a:pt x="29440" y="439"/>
                    <a:pt x="27843" y="985"/>
                  </a:cubicBezTo>
                  <a:cubicBezTo>
                    <a:pt x="24621" y="2140"/>
                    <a:pt x="22797" y="3720"/>
                    <a:pt x="21369" y="6790"/>
                  </a:cubicBezTo>
                  <a:cubicBezTo>
                    <a:pt x="19849" y="10103"/>
                    <a:pt x="18755" y="13599"/>
                    <a:pt x="16840" y="16699"/>
                  </a:cubicBezTo>
                  <a:cubicBezTo>
                    <a:pt x="14803" y="20073"/>
                    <a:pt x="11885" y="22900"/>
                    <a:pt x="8451" y="24845"/>
                  </a:cubicBezTo>
                  <a:cubicBezTo>
                    <a:pt x="5229" y="26669"/>
                    <a:pt x="1581" y="27216"/>
                    <a:pt x="457" y="31350"/>
                  </a:cubicBezTo>
                  <a:cubicBezTo>
                    <a:pt x="1" y="33021"/>
                    <a:pt x="183" y="34845"/>
                    <a:pt x="943" y="36395"/>
                  </a:cubicBezTo>
                  <a:cubicBezTo>
                    <a:pt x="2432" y="39496"/>
                    <a:pt x="5320" y="40012"/>
                    <a:pt x="8481" y="40316"/>
                  </a:cubicBezTo>
                  <a:cubicBezTo>
                    <a:pt x="10100" y="40487"/>
                    <a:pt x="11727" y="40571"/>
                    <a:pt x="13355" y="40571"/>
                  </a:cubicBezTo>
                  <a:cubicBezTo>
                    <a:pt x="16371" y="40571"/>
                    <a:pt x="19391" y="40281"/>
                    <a:pt x="22372" y="39709"/>
                  </a:cubicBezTo>
                  <a:cubicBezTo>
                    <a:pt x="24621" y="39283"/>
                    <a:pt x="26870" y="38675"/>
                    <a:pt x="29059" y="37915"/>
                  </a:cubicBezTo>
                  <a:cubicBezTo>
                    <a:pt x="34135" y="36152"/>
                    <a:pt x="38208" y="30803"/>
                    <a:pt x="39849" y="25818"/>
                  </a:cubicBezTo>
                  <a:cubicBezTo>
                    <a:pt x="41521" y="20590"/>
                    <a:pt x="42159" y="13963"/>
                    <a:pt x="41248" y="8553"/>
                  </a:cubicBezTo>
                  <a:cubicBezTo>
                    <a:pt x="40670" y="5058"/>
                    <a:pt x="38664" y="1501"/>
                    <a:pt x="35320" y="377"/>
                  </a:cubicBezTo>
                  <a:cubicBezTo>
                    <a:pt x="34516" y="112"/>
                    <a:pt x="33681" y="1"/>
                    <a:pt x="3283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5"/>
            <p:cNvSpPr/>
            <p:nvPr/>
          </p:nvSpPr>
          <p:spPr>
            <a:xfrm>
              <a:off x="2698689" y="3282767"/>
              <a:ext cx="429407" cy="200807"/>
            </a:xfrm>
            <a:custGeom>
              <a:avLst/>
              <a:gdLst/>
              <a:ahLst/>
              <a:cxnLst/>
              <a:rect l="l" t="t" r="r" b="b"/>
              <a:pathLst>
                <a:path w="13040" h="6098" extrusionOk="0">
                  <a:moveTo>
                    <a:pt x="10530" y="1"/>
                  </a:moveTo>
                  <a:cubicBezTo>
                    <a:pt x="9431" y="1"/>
                    <a:pt x="8267" y="935"/>
                    <a:pt x="7295" y="1442"/>
                  </a:cubicBezTo>
                  <a:cubicBezTo>
                    <a:pt x="5806" y="2263"/>
                    <a:pt x="4286" y="3053"/>
                    <a:pt x="2766" y="3904"/>
                  </a:cubicBezTo>
                  <a:cubicBezTo>
                    <a:pt x="1915" y="4391"/>
                    <a:pt x="0" y="4907"/>
                    <a:pt x="1155" y="5758"/>
                  </a:cubicBezTo>
                  <a:cubicBezTo>
                    <a:pt x="1498" y="6012"/>
                    <a:pt x="1980" y="6098"/>
                    <a:pt x="2503" y="6098"/>
                  </a:cubicBezTo>
                  <a:cubicBezTo>
                    <a:pt x="3419" y="6098"/>
                    <a:pt x="4457" y="5836"/>
                    <a:pt x="5076" y="5758"/>
                  </a:cubicBezTo>
                  <a:cubicBezTo>
                    <a:pt x="6961" y="5454"/>
                    <a:pt x="8845" y="5272"/>
                    <a:pt x="10669" y="4846"/>
                  </a:cubicBezTo>
                  <a:cubicBezTo>
                    <a:pt x="11459" y="4664"/>
                    <a:pt x="12249" y="4543"/>
                    <a:pt x="13040" y="4512"/>
                  </a:cubicBezTo>
                  <a:cubicBezTo>
                    <a:pt x="12918" y="3236"/>
                    <a:pt x="12827" y="1655"/>
                    <a:pt x="11915" y="652"/>
                  </a:cubicBezTo>
                  <a:cubicBezTo>
                    <a:pt x="11480" y="180"/>
                    <a:pt x="11011" y="1"/>
                    <a:pt x="1053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5"/>
            <p:cNvSpPr/>
            <p:nvPr/>
          </p:nvSpPr>
          <p:spPr>
            <a:xfrm>
              <a:off x="2778743" y="3120058"/>
              <a:ext cx="1284237" cy="969920"/>
            </a:xfrm>
            <a:custGeom>
              <a:avLst/>
              <a:gdLst/>
              <a:ahLst/>
              <a:cxnLst/>
              <a:rect l="l" t="t" r="r" b="b"/>
              <a:pathLst>
                <a:path w="38999" h="29454" extrusionOk="0">
                  <a:moveTo>
                    <a:pt x="31743" y="1"/>
                  </a:moveTo>
                  <a:cubicBezTo>
                    <a:pt x="31463" y="1"/>
                    <a:pt x="31195" y="11"/>
                    <a:pt x="30943" y="30"/>
                  </a:cubicBezTo>
                  <a:cubicBezTo>
                    <a:pt x="25989" y="426"/>
                    <a:pt x="21034" y="547"/>
                    <a:pt x="16110" y="973"/>
                  </a:cubicBezTo>
                  <a:cubicBezTo>
                    <a:pt x="12098" y="1277"/>
                    <a:pt x="7721" y="2158"/>
                    <a:pt x="4986" y="5350"/>
                  </a:cubicBezTo>
                  <a:cubicBezTo>
                    <a:pt x="2706" y="7964"/>
                    <a:pt x="2341" y="11550"/>
                    <a:pt x="1733" y="14833"/>
                  </a:cubicBezTo>
                  <a:cubicBezTo>
                    <a:pt x="973" y="18633"/>
                    <a:pt x="426" y="22493"/>
                    <a:pt x="92" y="26353"/>
                  </a:cubicBezTo>
                  <a:cubicBezTo>
                    <a:pt x="1" y="27326"/>
                    <a:pt x="1" y="28481"/>
                    <a:pt x="791" y="29058"/>
                  </a:cubicBezTo>
                  <a:cubicBezTo>
                    <a:pt x="1277" y="29453"/>
                    <a:pt x="1976" y="29453"/>
                    <a:pt x="2584" y="29453"/>
                  </a:cubicBezTo>
                  <a:lnTo>
                    <a:pt x="6475" y="29453"/>
                  </a:lnTo>
                  <a:cubicBezTo>
                    <a:pt x="7600" y="29423"/>
                    <a:pt x="8876" y="29362"/>
                    <a:pt x="9606" y="28511"/>
                  </a:cubicBezTo>
                  <a:cubicBezTo>
                    <a:pt x="10122" y="27934"/>
                    <a:pt x="10274" y="27113"/>
                    <a:pt x="10366" y="26353"/>
                  </a:cubicBezTo>
                  <a:cubicBezTo>
                    <a:pt x="10517" y="25352"/>
                    <a:pt x="12730" y="12895"/>
                    <a:pt x="12615" y="12858"/>
                  </a:cubicBezTo>
                  <a:lnTo>
                    <a:pt x="12615" y="12858"/>
                  </a:lnTo>
                  <a:cubicBezTo>
                    <a:pt x="15268" y="13276"/>
                    <a:pt x="17960" y="13486"/>
                    <a:pt x="20657" y="13486"/>
                  </a:cubicBezTo>
                  <a:cubicBezTo>
                    <a:pt x="22070" y="13486"/>
                    <a:pt x="23484" y="13428"/>
                    <a:pt x="24895" y="13313"/>
                  </a:cubicBezTo>
                  <a:cubicBezTo>
                    <a:pt x="27813" y="13101"/>
                    <a:pt x="30761" y="12584"/>
                    <a:pt x="33284" y="11155"/>
                  </a:cubicBezTo>
                  <a:cubicBezTo>
                    <a:pt x="35716" y="9787"/>
                    <a:pt x="38998" y="6262"/>
                    <a:pt x="38026" y="3161"/>
                  </a:cubicBezTo>
                  <a:cubicBezTo>
                    <a:pt x="37265" y="743"/>
                    <a:pt x="34099" y="1"/>
                    <a:pt x="3174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5"/>
            <p:cNvSpPr/>
            <p:nvPr/>
          </p:nvSpPr>
          <p:spPr>
            <a:xfrm>
              <a:off x="3403336" y="2208873"/>
              <a:ext cx="767763" cy="1016813"/>
            </a:xfrm>
            <a:custGeom>
              <a:avLst/>
              <a:gdLst/>
              <a:ahLst/>
              <a:cxnLst/>
              <a:rect l="l" t="t" r="r" b="b"/>
              <a:pathLst>
                <a:path w="23315" h="30878" extrusionOk="0">
                  <a:moveTo>
                    <a:pt x="11223" y="1"/>
                  </a:moveTo>
                  <a:cubicBezTo>
                    <a:pt x="10828" y="1"/>
                    <a:pt x="10435" y="36"/>
                    <a:pt x="10031" y="71"/>
                  </a:cubicBezTo>
                  <a:cubicBezTo>
                    <a:pt x="5593" y="466"/>
                    <a:pt x="1399" y="527"/>
                    <a:pt x="153" y="5542"/>
                  </a:cubicBezTo>
                  <a:cubicBezTo>
                    <a:pt x="61" y="5846"/>
                    <a:pt x="1" y="6150"/>
                    <a:pt x="31" y="6484"/>
                  </a:cubicBezTo>
                  <a:cubicBezTo>
                    <a:pt x="61" y="6910"/>
                    <a:pt x="244" y="7335"/>
                    <a:pt x="426" y="7731"/>
                  </a:cubicBezTo>
                  <a:cubicBezTo>
                    <a:pt x="1095" y="9190"/>
                    <a:pt x="1338" y="10345"/>
                    <a:pt x="1794" y="11895"/>
                  </a:cubicBezTo>
                  <a:cubicBezTo>
                    <a:pt x="2888" y="15694"/>
                    <a:pt x="2402" y="20649"/>
                    <a:pt x="2189" y="24570"/>
                  </a:cubicBezTo>
                  <a:cubicBezTo>
                    <a:pt x="2007" y="27609"/>
                    <a:pt x="4317" y="28217"/>
                    <a:pt x="6809" y="29099"/>
                  </a:cubicBezTo>
                  <a:cubicBezTo>
                    <a:pt x="8420" y="29646"/>
                    <a:pt x="10092" y="30163"/>
                    <a:pt x="11733" y="30527"/>
                  </a:cubicBezTo>
                  <a:cubicBezTo>
                    <a:pt x="13159" y="30817"/>
                    <a:pt x="14584" y="30878"/>
                    <a:pt x="16022" y="30878"/>
                  </a:cubicBezTo>
                  <a:cubicBezTo>
                    <a:pt x="16546" y="30878"/>
                    <a:pt x="17072" y="30870"/>
                    <a:pt x="17600" y="30862"/>
                  </a:cubicBezTo>
                  <a:cubicBezTo>
                    <a:pt x="18086" y="30862"/>
                    <a:pt x="18586" y="30848"/>
                    <a:pt x="19081" y="30848"/>
                  </a:cubicBezTo>
                  <a:cubicBezTo>
                    <a:pt x="19329" y="30848"/>
                    <a:pt x="19575" y="30852"/>
                    <a:pt x="19819" y="30862"/>
                  </a:cubicBezTo>
                  <a:cubicBezTo>
                    <a:pt x="19971" y="30618"/>
                    <a:pt x="20062" y="30284"/>
                    <a:pt x="20244" y="29767"/>
                  </a:cubicBezTo>
                  <a:cubicBezTo>
                    <a:pt x="21642" y="25694"/>
                    <a:pt x="23314" y="21530"/>
                    <a:pt x="22068" y="17184"/>
                  </a:cubicBezTo>
                  <a:cubicBezTo>
                    <a:pt x="21490" y="15178"/>
                    <a:pt x="20578" y="13263"/>
                    <a:pt x="20001" y="11226"/>
                  </a:cubicBezTo>
                  <a:cubicBezTo>
                    <a:pt x="18816" y="7153"/>
                    <a:pt x="18329" y="3384"/>
                    <a:pt x="14439" y="1044"/>
                  </a:cubicBezTo>
                  <a:cubicBezTo>
                    <a:pt x="13709" y="618"/>
                    <a:pt x="12919" y="223"/>
                    <a:pt x="12098" y="71"/>
                  </a:cubicBezTo>
                  <a:cubicBezTo>
                    <a:pt x="11803" y="20"/>
                    <a:pt x="11513" y="1"/>
                    <a:pt x="1122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5"/>
            <p:cNvSpPr/>
            <p:nvPr/>
          </p:nvSpPr>
          <p:spPr>
            <a:xfrm>
              <a:off x="2554552" y="4251448"/>
              <a:ext cx="445444" cy="187800"/>
            </a:xfrm>
            <a:custGeom>
              <a:avLst/>
              <a:gdLst/>
              <a:ahLst/>
              <a:cxnLst/>
              <a:rect l="l" t="t" r="r" b="b"/>
              <a:pathLst>
                <a:path w="13527" h="5703" extrusionOk="0">
                  <a:moveTo>
                    <a:pt x="8193" y="1"/>
                  </a:moveTo>
                  <a:cubicBezTo>
                    <a:pt x="7995" y="1"/>
                    <a:pt x="7829" y="208"/>
                    <a:pt x="7751" y="416"/>
                  </a:cubicBezTo>
                  <a:cubicBezTo>
                    <a:pt x="7599" y="872"/>
                    <a:pt x="7599" y="1388"/>
                    <a:pt x="7143" y="1662"/>
                  </a:cubicBezTo>
                  <a:cubicBezTo>
                    <a:pt x="7113" y="1692"/>
                    <a:pt x="7082" y="1723"/>
                    <a:pt x="7052" y="1723"/>
                  </a:cubicBezTo>
                  <a:cubicBezTo>
                    <a:pt x="6596" y="1996"/>
                    <a:pt x="5866" y="2148"/>
                    <a:pt x="5350" y="2300"/>
                  </a:cubicBezTo>
                  <a:cubicBezTo>
                    <a:pt x="4043" y="2695"/>
                    <a:pt x="2644" y="2938"/>
                    <a:pt x="1337" y="3394"/>
                  </a:cubicBezTo>
                  <a:cubicBezTo>
                    <a:pt x="669" y="3638"/>
                    <a:pt x="0" y="4489"/>
                    <a:pt x="760" y="5097"/>
                  </a:cubicBezTo>
                  <a:cubicBezTo>
                    <a:pt x="1094" y="5370"/>
                    <a:pt x="1520" y="5431"/>
                    <a:pt x="1945" y="5492"/>
                  </a:cubicBezTo>
                  <a:cubicBezTo>
                    <a:pt x="3346" y="5646"/>
                    <a:pt x="4751" y="5702"/>
                    <a:pt x="6160" y="5702"/>
                  </a:cubicBezTo>
                  <a:cubicBezTo>
                    <a:pt x="8085" y="5702"/>
                    <a:pt x="10015" y="5597"/>
                    <a:pt x="11946" y="5492"/>
                  </a:cubicBezTo>
                  <a:cubicBezTo>
                    <a:pt x="12128" y="5492"/>
                    <a:pt x="12310" y="5461"/>
                    <a:pt x="12462" y="5340"/>
                  </a:cubicBezTo>
                  <a:cubicBezTo>
                    <a:pt x="12523" y="5279"/>
                    <a:pt x="12553" y="5157"/>
                    <a:pt x="12614" y="5066"/>
                  </a:cubicBezTo>
                  <a:cubicBezTo>
                    <a:pt x="13009" y="4002"/>
                    <a:pt x="13283" y="2817"/>
                    <a:pt x="13526" y="1723"/>
                  </a:cubicBezTo>
                  <a:cubicBezTo>
                    <a:pt x="13442" y="1705"/>
                    <a:pt x="13356" y="1697"/>
                    <a:pt x="13269" y="1697"/>
                  </a:cubicBezTo>
                  <a:cubicBezTo>
                    <a:pt x="12910" y="1697"/>
                    <a:pt x="12525" y="1820"/>
                    <a:pt x="12158" y="1844"/>
                  </a:cubicBezTo>
                  <a:cubicBezTo>
                    <a:pt x="11948" y="1855"/>
                    <a:pt x="11729" y="1870"/>
                    <a:pt x="11511" y="1870"/>
                  </a:cubicBezTo>
                  <a:cubicBezTo>
                    <a:pt x="11131" y="1870"/>
                    <a:pt x="10754" y="1825"/>
                    <a:pt x="10426" y="1631"/>
                  </a:cubicBezTo>
                  <a:cubicBezTo>
                    <a:pt x="9696" y="1236"/>
                    <a:pt x="9028" y="750"/>
                    <a:pt x="8480" y="172"/>
                  </a:cubicBezTo>
                  <a:cubicBezTo>
                    <a:pt x="8420" y="112"/>
                    <a:pt x="8359" y="51"/>
                    <a:pt x="8298" y="20"/>
                  </a:cubicBezTo>
                  <a:cubicBezTo>
                    <a:pt x="8262" y="7"/>
                    <a:pt x="8227" y="1"/>
                    <a:pt x="819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5"/>
            <p:cNvSpPr/>
            <p:nvPr/>
          </p:nvSpPr>
          <p:spPr>
            <a:xfrm>
              <a:off x="2783749" y="2500307"/>
              <a:ext cx="386401" cy="699367"/>
            </a:xfrm>
            <a:custGeom>
              <a:avLst/>
              <a:gdLst/>
              <a:ahLst/>
              <a:cxnLst/>
              <a:rect l="l" t="t" r="r" b="b"/>
              <a:pathLst>
                <a:path w="11734" h="21238" extrusionOk="0">
                  <a:moveTo>
                    <a:pt x="6053" y="1"/>
                  </a:moveTo>
                  <a:cubicBezTo>
                    <a:pt x="5627" y="1"/>
                    <a:pt x="5170" y="83"/>
                    <a:pt x="4682" y="248"/>
                  </a:cubicBezTo>
                  <a:cubicBezTo>
                    <a:pt x="1703" y="1251"/>
                    <a:pt x="1" y="4413"/>
                    <a:pt x="122" y="7422"/>
                  </a:cubicBezTo>
                  <a:cubicBezTo>
                    <a:pt x="274" y="10492"/>
                    <a:pt x="609" y="13531"/>
                    <a:pt x="1004" y="16540"/>
                  </a:cubicBezTo>
                  <a:cubicBezTo>
                    <a:pt x="1156" y="17665"/>
                    <a:pt x="1308" y="18759"/>
                    <a:pt x="1490" y="19854"/>
                  </a:cubicBezTo>
                  <a:cubicBezTo>
                    <a:pt x="1520" y="20218"/>
                    <a:pt x="1612" y="20613"/>
                    <a:pt x="1855" y="20887"/>
                  </a:cubicBezTo>
                  <a:cubicBezTo>
                    <a:pt x="2122" y="21177"/>
                    <a:pt x="2520" y="21238"/>
                    <a:pt x="2929" y="21238"/>
                  </a:cubicBezTo>
                  <a:cubicBezTo>
                    <a:pt x="3078" y="21238"/>
                    <a:pt x="3228" y="21229"/>
                    <a:pt x="3375" y="21221"/>
                  </a:cubicBezTo>
                  <a:cubicBezTo>
                    <a:pt x="5320" y="21039"/>
                    <a:pt x="7265" y="20674"/>
                    <a:pt x="9150" y="20158"/>
                  </a:cubicBezTo>
                  <a:cubicBezTo>
                    <a:pt x="9727" y="19975"/>
                    <a:pt x="10335" y="19793"/>
                    <a:pt x="10700" y="19337"/>
                  </a:cubicBezTo>
                  <a:cubicBezTo>
                    <a:pt x="11034" y="18911"/>
                    <a:pt x="11156" y="18364"/>
                    <a:pt x="11217" y="17847"/>
                  </a:cubicBezTo>
                  <a:cubicBezTo>
                    <a:pt x="11733" y="14109"/>
                    <a:pt x="10518" y="10431"/>
                    <a:pt x="10578" y="6631"/>
                  </a:cubicBezTo>
                  <a:cubicBezTo>
                    <a:pt x="10609" y="4625"/>
                    <a:pt x="9849" y="3410"/>
                    <a:pt x="8846" y="1738"/>
                  </a:cubicBezTo>
                  <a:cubicBezTo>
                    <a:pt x="8116" y="588"/>
                    <a:pt x="7193" y="1"/>
                    <a:pt x="605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5"/>
            <p:cNvSpPr/>
            <p:nvPr/>
          </p:nvSpPr>
          <p:spPr>
            <a:xfrm>
              <a:off x="3460405" y="1891358"/>
              <a:ext cx="274274" cy="282539"/>
            </a:xfrm>
            <a:custGeom>
              <a:avLst/>
              <a:gdLst/>
              <a:ahLst/>
              <a:cxnLst/>
              <a:rect l="l" t="t" r="r" b="b"/>
              <a:pathLst>
                <a:path w="8329" h="8580" extrusionOk="0">
                  <a:moveTo>
                    <a:pt x="4364" y="1"/>
                  </a:moveTo>
                  <a:cubicBezTo>
                    <a:pt x="3733" y="1"/>
                    <a:pt x="3194" y="202"/>
                    <a:pt x="2523" y="442"/>
                  </a:cubicBezTo>
                  <a:cubicBezTo>
                    <a:pt x="2364" y="494"/>
                    <a:pt x="2202" y="512"/>
                    <a:pt x="2040" y="512"/>
                  </a:cubicBezTo>
                  <a:cubicBezTo>
                    <a:pt x="1629" y="512"/>
                    <a:pt x="1224" y="392"/>
                    <a:pt x="901" y="392"/>
                  </a:cubicBezTo>
                  <a:cubicBezTo>
                    <a:pt x="601" y="392"/>
                    <a:pt x="371" y="496"/>
                    <a:pt x="274" y="898"/>
                  </a:cubicBezTo>
                  <a:cubicBezTo>
                    <a:pt x="0" y="1962"/>
                    <a:pt x="608" y="4789"/>
                    <a:pt x="1034" y="5822"/>
                  </a:cubicBezTo>
                  <a:cubicBezTo>
                    <a:pt x="1338" y="6491"/>
                    <a:pt x="1672" y="7160"/>
                    <a:pt x="2158" y="7676"/>
                  </a:cubicBezTo>
                  <a:cubicBezTo>
                    <a:pt x="2789" y="8325"/>
                    <a:pt x="3521" y="8579"/>
                    <a:pt x="4290" y="8579"/>
                  </a:cubicBezTo>
                  <a:cubicBezTo>
                    <a:pt x="4855" y="8579"/>
                    <a:pt x="5439" y="8442"/>
                    <a:pt x="6018" y="8224"/>
                  </a:cubicBezTo>
                  <a:cubicBezTo>
                    <a:pt x="6535" y="8011"/>
                    <a:pt x="6961" y="7707"/>
                    <a:pt x="7326" y="7281"/>
                  </a:cubicBezTo>
                  <a:cubicBezTo>
                    <a:pt x="7569" y="7008"/>
                    <a:pt x="8329" y="6187"/>
                    <a:pt x="8298" y="5822"/>
                  </a:cubicBezTo>
                  <a:cubicBezTo>
                    <a:pt x="8268" y="5518"/>
                    <a:pt x="8268" y="5245"/>
                    <a:pt x="8268" y="4971"/>
                  </a:cubicBezTo>
                  <a:cubicBezTo>
                    <a:pt x="8177" y="4454"/>
                    <a:pt x="8116" y="3968"/>
                    <a:pt x="7994" y="3451"/>
                  </a:cubicBezTo>
                  <a:cubicBezTo>
                    <a:pt x="7812" y="2874"/>
                    <a:pt x="7569" y="2296"/>
                    <a:pt x="7295" y="1749"/>
                  </a:cubicBezTo>
                  <a:cubicBezTo>
                    <a:pt x="7204" y="1567"/>
                    <a:pt x="7082" y="1385"/>
                    <a:pt x="6930" y="1233"/>
                  </a:cubicBezTo>
                  <a:cubicBezTo>
                    <a:pt x="6444" y="564"/>
                    <a:pt x="5684" y="169"/>
                    <a:pt x="4894" y="47"/>
                  </a:cubicBezTo>
                  <a:cubicBezTo>
                    <a:pt x="4708" y="15"/>
                    <a:pt x="4532" y="1"/>
                    <a:pt x="436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5"/>
            <p:cNvSpPr/>
            <p:nvPr/>
          </p:nvSpPr>
          <p:spPr>
            <a:xfrm>
              <a:off x="3558472" y="2053046"/>
              <a:ext cx="265284" cy="277271"/>
            </a:xfrm>
            <a:custGeom>
              <a:avLst/>
              <a:gdLst/>
              <a:ahLst/>
              <a:cxnLst/>
              <a:rect l="l" t="t" r="r" b="b"/>
              <a:pathLst>
                <a:path w="8056" h="8420" extrusionOk="0">
                  <a:moveTo>
                    <a:pt x="5107" y="0"/>
                  </a:moveTo>
                  <a:cubicBezTo>
                    <a:pt x="4834" y="0"/>
                    <a:pt x="4530" y="608"/>
                    <a:pt x="4348" y="791"/>
                  </a:cubicBezTo>
                  <a:cubicBezTo>
                    <a:pt x="4044" y="1125"/>
                    <a:pt x="3740" y="1399"/>
                    <a:pt x="3375" y="1672"/>
                  </a:cubicBezTo>
                  <a:cubicBezTo>
                    <a:pt x="2645" y="2189"/>
                    <a:pt x="1764" y="2462"/>
                    <a:pt x="852" y="2493"/>
                  </a:cubicBezTo>
                  <a:cubicBezTo>
                    <a:pt x="609" y="2493"/>
                    <a:pt x="335" y="2493"/>
                    <a:pt x="183" y="2645"/>
                  </a:cubicBezTo>
                  <a:cubicBezTo>
                    <a:pt x="123" y="2675"/>
                    <a:pt x="123" y="2736"/>
                    <a:pt x="92" y="2766"/>
                  </a:cubicBezTo>
                  <a:cubicBezTo>
                    <a:pt x="1" y="2888"/>
                    <a:pt x="761" y="4073"/>
                    <a:pt x="822" y="4286"/>
                  </a:cubicBezTo>
                  <a:cubicBezTo>
                    <a:pt x="1369" y="5532"/>
                    <a:pt x="1855" y="6566"/>
                    <a:pt x="974" y="7721"/>
                  </a:cubicBezTo>
                  <a:cubicBezTo>
                    <a:pt x="639" y="8177"/>
                    <a:pt x="2980" y="8420"/>
                    <a:pt x="3162" y="8420"/>
                  </a:cubicBezTo>
                  <a:cubicBezTo>
                    <a:pt x="4135" y="8329"/>
                    <a:pt x="5107" y="7964"/>
                    <a:pt x="5898" y="7417"/>
                  </a:cubicBezTo>
                  <a:cubicBezTo>
                    <a:pt x="6779" y="6779"/>
                    <a:pt x="7539" y="5988"/>
                    <a:pt x="8056" y="5016"/>
                  </a:cubicBezTo>
                  <a:cubicBezTo>
                    <a:pt x="7721" y="4955"/>
                    <a:pt x="7478" y="4803"/>
                    <a:pt x="7265" y="4621"/>
                  </a:cubicBezTo>
                  <a:cubicBezTo>
                    <a:pt x="6870" y="4347"/>
                    <a:pt x="6536" y="3952"/>
                    <a:pt x="6262" y="3557"/>
                  </a:cubicBezTo>
                  <a:cubicBezTo>
                    <a:pt x="5503" y="2432"/>
                    <a:pt x="5472" y="1247"/>
                    <a:pt x="51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5"/>
            <p:cNvSpPr/>
            <p:nvPr/>
          </p:nvSpPr>
          <p:spPr>
            <a:xfrm>
              <a:off x="3451382" y="1828823"/>
              <a:ext cx="334338" cy="245098"/>
            </a:xfrm>
            <a:custGeom>
              <a:avLst/>
              <a:gdLst/>
              <a:ahLst/>
              <a:cxnLst/>
              <a:rect l="l" t="t" r="r" b="b"/>
              <a:pathLst>
                <a:path w="10153" h="7443" extrusionOk="0">
                  <a:moveTo>
                    <a:pt x="3861" y="1"/>
                  </a:moveTo>
                  <a:cubicBezTo>
                    <a:pt x="3071" y="1"/>
                    <a:pt x="2128" y="305"/>
                    <a:pt x="1642" y="943"/>
                  </a:cubicBezTo>
                  <a:cubicBezTo>
                    <a:pt x="1429" y="1217"/>
                    <a:pt x="1308" y="1551"/>
                    <a:pt x="1125" y="1855"/>
                  </a:cubicBezTo>
                  <a:cubicBezTo>
                    <a:pt x="943" y="2189"/>
                    <a:pt x="700" y="2463"/>
                    <a:pt x="487" y="2797"/>
                  </a:cubicBezTo>
                  <a:cubicBezTo>
                    <a:pt x="153" y="3253"/>
                    <a:pt x="1" y="3861"/>
                    <a:pt x="31" y="4439"/>
                  </a:cubicBezTo>
                  <a:cubicBezTo>
                    <a:pt x="31" y="4712"/>
                    <a:pt x="61" y="5016"/>
                    <a:pt x="244" y="5259"/>
                  </a:cubicBezTo>
                  <a:cubicBezTo>
                    <a:pt x="426" y="5533"/>
                    <a:pt x="791" y="5685"/>
                    <a:pt x="1125" y="5685"/>
                  </a:cubicBezTo>
                  <a:cubicBezTo>
                    <a:pt x="1855" y="5685"/>
                    <a:pt x="2463" y="5290"/>
                    <a:pt x="3101" y="5016"/>
                  </a:cubicBezTo>
                  <a:cubicBezTo>
                    <a:pt x="3402" y="4876"/>
                    <a:pt x="3636" y="4775"/>
                    <a:pt x="3900" y="4775"/>
                  </a:cubicBezTo>
                  <a:cubicBezTo>
                    <a:pt x="4037" y="4775"/>
                    <a:pt x="4182" y="4802"/>
                    <a:pt x="4347" y="4864"/>
                  </a:cubicBezTo>
                  <a:cubicBezTo>
                    <a:pt x="4767" y="5004"/>
                    <a:pt x="5160" y="5452"/>
                    <a:pt x="5599" y="5452"/>
                  </a:cubicBezTo>
                  <a:cubicBezTo>
                    <a:pt x="5637" y="5452"/>
                    <a:pt x="5676" y="5449"/>
                    <a:pt x="5715" y="5442"/>
                  </a:cubicBezTo>
                  <a:cubicBezTo>
                    <a:pt x="5887" y="5392"/>
                    <a:pt x="6039" y="5303"/>
                    <a:pt x="6188" y="5303"/>
                  </a:cubicBezTo>
                  <a:cubicBezTo>
                    <a:pt x="6223" y="5303"/>
                    <a:pt x="6258" y="5308"/>
                    <a:pt x="6292" y="5320"/>
                  </a:cubicBezTo>
                  <a:cubicBezTo>
                    <a:pt x="6475" y="5411"/>
                    <a:pt x="6505" y="5654"/>
                    <a:pt x="6505" y="5837"/>
                  </a:cubicBezTo>
                  <a:cubicBezTo>
                    <a:pt x="6596" y="6475"/>
                    <a:pt x="6900" y="6961"/>
                    <a:pt x="7508" y="7265"/>
                  </a:cubicBezTo>
                  <a:cubicBezTo>
                    <a:pt x="7712" y="7377"/>
                    <a:pt x="7939" y="7443"/>
                    <a:pt x="8168" y="7443"/>
                  </a:cubicBezTo>
                  <a:cubicBezTo>
                    <a:pt x="8314" y="7443"/>
                    <a:pt x="8460" y="7416"/>
                    <a:pt x="8603" y="7357"/>
                  </a:cubicBezTo>
                  <a:cubicBezTo>
                    <a:pt x="8937" y="7235"/>
                    <a:pt x="9210" y="6840"/>
                    <a:pt x="9180" y="6475"/>
                  </a:cubicBezTo>
                  <a:cubicBezTo>
                    <a:pt x="9150" y="6293"/>
                    <a:pt x="9089" y="6080"/>
                    <a:pt x="9210" y="5958"/>
                  </a:cubicBezTo>
                  <a:cubicBezTo>
                    <a:pt x="9241" y="5898"/>
                    <a:pt x="9332" y="5867"/>
                    <a:pt x="9393" y="5837"/>
                  </a:cubicBezTo>
                  <a:cubicBezTo>
                    <a:pt x="9758" y="5654"/>
                    <a:pt x="9970" y="5290"/>
                    <a:pt x="10062" y="4925"/>
                  </a:cubicBezTo>
                  <a:cubicBezTo>
                    <a:pt x="10122" y="4651"/>
                    <a:pt x="10153" y="4378"/>
                    <a:pt x="10062" y="4135"/>
                  </a:cubicBezTo>
                  <a:cubicBezTo>
                    <a:pt x="9970" y="3891"/>
                    <a:pt x="9788" y="3679"/>
                    <a:pt x="9545" y="3587"/>
                  </a:cubicBezTo>
                  <a:cubicBezTo>
                    <a:pt x="9302" y="3496"/>
                    <a:pt x="8998" y="3557"/>
                    <a:pt x="8755" y="3405"/>
                  </a:cubicBezTo>
                  <a:cubicBezTo>
                    <a:pt x="8390" y="3162"/>
                    <a:pt x="8481" y="2554"/>
                    <a:pt x="8177" y="2250"/>
                  </a:cubicBezTo>
                  <a:cubicBezTo>
                    <a:pt x="8055" y="2159"/>
                    <a:pt x="7934" y="2098"/>
                    <a:pt x="7843" y="2037"/>
                  </a:cubicBezTo>
                  <a:cubicBezTo>
                    <a:pt x="7508" y="1794"/>
                    <a:pt x="7387" y="1369"/>
                    <a:pt x="7113" y="1095"/>
                  </a:cubicBezTo>
                  <a:cubicBezTo>
                    <a:pt x="6900" y="913"/>
                    <a:pt x="6627" y="821"/>
                    <a:pt x="6384" y="700"/>
                  </a:cubicBezTo>
                  <a:cubicBezTo>
                    <a:pt x="6171" y="578"/>
                    <a:pt x="6049" y="396"/>
                    <a:pt x="5867" y="274"/>
                  </a:cubicBezTo>
                  <a:cubicBezTo>
                    <a:pt x="5520" y="57"/>
                    <a:pt x="4971" y="26"/>
                    <a:pt x="4486" y="26"/>
                  </a:cubicBezTo>
                  <a:cubicBezTo>
                    <a:pt x="4292" y="26"/>
                    <a:pt x="4108" y="31"/>
                    <a:pt x="3952" y="31"/>
                  </a:cubicBezTo>
                  <a:cubicBezTo>
                    <a:pt x="3922" y="31"/>
                    <a:pt x="3891" y="31"/>
                    <a:pt x="386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5"/>
            <p:cNvSpPr/>
            <p:nvPr/>
          </p:nvSpPr>
          <p:spPr>
            <a:xfrm>
              <a:off x="2897853" y="2233571"/>
              <a:ext cx="697688" cy="699170"/>
            </a:xfrm>
            <a:custGeom>
              <a:avLst/>
              <a:gdLst/>
              <a:ahLst/>
              <a:cxnLst/>
              <a:rect l="l" t="t" r="r" b="b"/>
              <a:pathLst>
                <a:path w="21187" h="21232" extrusionOk="0">
                  <a:moveTo>
                    <a:pt x="20523" y="0"/>
                  </a:moveTo>
                  <a:cubicBezTo>
                    <a:pt x="18504" y="0"/>
                    <a:pt x="16539" y="1011"/>
                    <a:pt x="14651" y="1631"/>
                  </a:cubicBezTo>
                  <a:cubicBezTo>
                    <a:pt x="12372" y="2360"/>
                    <a:pt x="10092" y="3181"/>
                    <a:pt x="7995" y="4367"/>
                  </a:cubicBezTo>
                  <a:cubicBezTo>
                    <a:pt x="5867" y="5552"/>
                    <a:pt x="3922" y="7133"/>
                    <a:pt x="2554" y="9108"/>
                  </a:cubicBezTo>
                  <a:cubicBezTo>
                    <a:pt x="2280" y="9473"/>
                    <a:pt x="2068" y="9838"/>
                    <a:pt x="1824" y="10233"/>
                  </a:cubicBezTo>
                  <a:cubicBezTo>
                    <a:pt x="457" y="12725"/>
                    <a:pt x="1" y="15826"/>
                    <a:pt x="1065" y="18501"/>
                  </a:cubicBezTo>
                  <a:cubicBezTo>
                    <a:pt x="1521" y="19686"/>
                    <a:pt x="2372" y="20841"/>
                    <a:pt x="3618" y="21145"/>
                  </a:cubicBezTo>
                  <a:cubicBezTo>
                    <a:pt x="3840" y="21204"/>
                    <a:pt x="4063" y="21231"/>
                    <a:pt x="4285" y="21231"/>
                  </a:cubicBezTo>
                  <a:cubicBezTo>
                    <a:pt x="5674" y="21231"/>
                    <a:pt x="7018" y="20154"/>
                    <a:pt x="7752" y="18896"/>
                  </a:cubicBezTo>
                  <a:cubicBezTo>
                    <a:pt x="8572" y="17406"/>
                    <a:pt x="8846" y="15704"/>
                    <a:pt x="9484" y="14124"/>
                  </a:cubicBezTo>
                  <a:cubicBezTo>
                    <a:pt x="10153" y="12452"/>
                    <a:pt x="11278" y="10993"/>
                    <a:pt x="13132" y="10993"/>
                  </a:cubicBezTo>
                  <a:cubicBezTo>
                    <a:pt x="14925" y="10962"/>
                    <a:pt x="16870" y="10567"/>
                    <a:pt x="18086" y="9108"/>
                  </a:cubicBezTo>
                  <a:cubicBezTo>
                    <a:pt x="18755" y="8288"/>
                    <a:pt x="18876" y="7163"/>
                    <a:pt x="19120" y="6160"/>
                  </a:cubicBezTo>
                  <a:cubicBezTo>
                    <a:pt x="19515" y="4336"/>
                    <a:pt x="20123" y="2482"/>
                    <a:pt x="21126" y="901"/>
                  </a:cubicBezTo>
                  <a:cubicBezTo>
                    <a:pt x="21126" y="628"/>
                    <a:pt x="21156" y="324"/>
                    <a:pt x="21187" y="50"/>
                  </a:cubicBezTo>
                  <a:cubicBezTo>
                    <a:pt x="21126" y="20"/>
                    <a:pt x="21065" y="20"/>
                    <a:pt x="21004" y="20"/>
                  </a:cubicBezTo>
                  <a:cubicBezTo>
                    <a:pt x="20844" y="7"/>
                    <a:pt x="20683" y="0"/>
                    <a:pt x="20523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5"/>
            <p:cNvSpPr/>
            <p:nvPr/>
          </p:nvSpPr>
          <p:spPr>
            <a:xfrm>
              <a:off x="3794715" y="2218192"/>
              <a:ext cx="412415" cy="830725"/>
            </a:xfrm>
            <a:custGeom>
              <a:avLst/>
              <a:gdLst/>
              <a:ahLst/>
              <a:cxnLst/>
              <a:rect l="l" t="t" r="r" b="b"/>
              <a:pathLst>
                <a:path w="12524" h="25227" extrusionOk="0">
                  <a:moveTo>
                    <a:pt x="1125" y="1"/>
                  </a:moveTo>
                  <a:cubicBezTo>
                    <a:pt x="0" y="5320"/>
                    <a:pt x="1003" y="10822"/>
                    <a:pt x="2006" y="16202"/>
                  </a:cubicBezTo>
                  <a:cubicBezTo>
                    <a:pt x="2250" y="17509"/>
                    <a:pt x="2493" y="18816"/>
                    <a:pt x="2736" y="20123"/>
                  </a:cubicBezTo>
                  <a:cubicBezTo>
                    <a:pt x="2918" y="21065"/>
                    <a:pt x="3131" y="22068"/>
                    <a:pt x="3739" y="22828"/>
                  </a:cubicBezTo>
                  <a:cubicBezTo>
                    <a:pt x="5046" y="24378"/>
                    <a:pt x="7660" y="24955"/>
                    <a:pt x="9575" y="25168"/>
                  </a:cubicBezTo>
                  <a:cubicBezTo>
                    <a:pt x="9887" y="25199"/>
                    <a:pt x="10174" y="25227"/>
                    <a:pt x="10432" y="25227"/>
                  </a:cubicBezTo>
                  <a:cubicBezTo>
                    <a:pt x="11180" y="25227"/>
                    <a:pt x="11697" y="24999"/>
                    <a:pt x="11946" y="23983"/>
                  </a:cubicBezTo>
                  <a:cubicBezTo>
                    <a:pt x="12219" y="22919"/>
                    <a:pt x="12523" y="21521"/>
                    <a:pt x="12493" y="20427"/>
                  </a:cubicBezTo>
                  <a:cubicBezTo>
                    <a:pt x="12493" y="19727"/>
                    <a:pt x="12311" y="19059"/>
                    <a:pt x="12159" y="18390"/>
                  </a:cubicBezTo>
                  <a:cubicBezTo>
                    <a:pt x="11490" y="15533"/>
                    <a:pt x="10821" y="12676"/>
                    <a:pt x="10152" y="9818"/>
                  </a:cubicBezTo>
                  <a:cubicBezTo>
                    <a:pt x="9636" y="7600"/>
                    <a:pt x="8997" y="5229"/>
                    <a:pt x="7447" y="3466"/>
                  </a:cubicBezTo>
                  <a:cubicBezTo>
                    <a:pt x="5897" y="1672"/>
                    <a:pt x="3830" y="396"/>
                    <a:pt x="112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5"/>
            <p:cNvSpPr/>
            <p:nvPr/>
          </p:nvSpPr>
          <p:spPr>
            <a:xfrm>
              <a:off x="3052001" y="2713663"/>
              <a:ext cx="93126" cy="429440"/>
            </a:xfrm>
            <a:custGeom>
              <a:avLst/>
              <a:gdLst/>
              <a:ahLst/>
              <a:cxnLst/>
              <a:rect l="l" t="t" r="r" b="b"/>
              <a:pathLst>
                <a:path w="2828" h="13041" fill="none" extrusionOk="0">
                  <a:moveTo>
                    <a:pt x="1" y="0"/>
                  </a:moveTo>
                  <a:cubicBezTo>
                    <a:pt x="852" y="3678"/>
                    <a:pt x="2797" y="9271"/>
                    <a:pt x="2827" y="1304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5"/>
            <p:cNvSpPr/>
            <p:nvPr/>
          </p:nvSpPr>
          <p:spPr>
            <a:xfrm>
              <a:off x="3522446" y="2091081"/>
              <a:ext cx="53083" cy="22162"/>
            </a:xfrm>
            <a:custGeom>
              <a:avLst/>
              <a:gdLst/>
              <a:ahLst/>
              <a:cxnLst/>
              <a:rect l="l" t="t" r="r" b="b"/>
              <a:pathLst>
                <a:path w="1612" h="673" extrusionOk="0">
                  <a:moveTo>
                    <a:pt x="1612" y="0"/>
                  </a:moveTo>
                  <a:lnTo>
                    <a:pt x="1" y="244"/>
                  </a:lnTo>
                  <a:cubicBezTo>
                    <a:pt x="196" y="522"/>
                    <a:pt x="493" y="673"/>
                    <a:pt x="775" y="673"/>
                  </a:cubicBezTo>
                  <a:cubicBezTo>
                    <a:pt x="801" y="673"/>
                    <a:pt x="826" y="672"/>
                    <a:pt x="852" y="669"/>
                  </a:cubicBezTo>
                  <a:cubicBezTo>
                    <a:pt x="1186" y="608"/>
                    <a:pt x="1460" y="365"/>
                    <a:pt x="161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5"/>
            <p:cNvSpPr/>
            <p:nvPr/>
          </p:nvSpPr>
          <p:spPr>
            <a:xfrm>
              <a:off x="3143086" y="2521481"/>
              <a:ext cx="1256214" cy="1324478"/>
            </a:xfrm>
            <a:custGeom>
              <a:avLst/>
              <a:gdLst/>
              <a:ahLst/>
              <a:cxnLst/>
              <a:rect l="l" t="t" r="r" b="b"/>
              <a:pathLst>
                <a:path w="38148" h="40221" extrusionOk="0">
                  <a:moveTo>
                    <a:pt x="35351" y="1"/>
                  </a:moveTo>
                  <a:cubicBezTo>
                    <a:pt x="35321" y="31"/>
                    <a:pt x="35321" y="61"/>
                    <a:pt x="35321" y="92"/>
                  </a:cubicBezTo>
                  <a:cubicBezTo>
                    <a:pt x="35442" y="3283"/>
                    <a:pt x="34196" y="6505"/>
                    <a:pt x="32980" y="9362"/>
                  </a:cubicBezTo>
                  <a:cubicBezTo>
                    <a:pt x="32311" y="11004"/>
                    <a:pt x="31521" y="12615"/>
                    <a:pt x="30761" y="14226"/>
                  </a:cubicBezTo>
                  <a:cubicBezTo>
                    <a:pt x="29940" y="15928"/>
                    <a:pt x="29120" y="17600"/>
                    <a:pt x="28086" y="19180"/>
                  </a:cubicBezTo>
                  <a:cubicBezTo>
                    <a:pt x="25989" y="22432"/>
                    <a:pt x="23314" y="25350"/>
                    <a:pt x="20366" y="27843"/>
                  </a:cubicBezTo>
                  <a:cubicBezTo>
                    <a:pt x="17174" y="30578"/>
                    <a:pt x="13527" y="32676"/>
                    <a:pt x="9758" y="34500"/>
                  </a:cubicBezTo>
                  <a:cubicBezTo>
                    <a:pt x="7812" y="35442"/>
                    <a:pt x="5776" y="36171"/>
                    <a:pt x="3679" y="36779"/>
                  </a:cubicBezTo>
                  <a:cubicBezTo>
                    <a:pt x="2706" y="37053"/>
                    <a:pt x="1764" y="37296"/>
                    <a:pt x="791" y="37539"/>
                  </a:cubicBezTo>
                  <a:cubicBezTo>
                    <a:pt x="700" y="37600"/>
                    <a:pt x="609" y="37630"/>
                    <a:pt x="517" y="37661"/>
                  </a:cubicBezTo>
                  <a:cubicBezTo>
                    <a:pt x="335" y="37752"/>
                    <a:pt x="183" y="37843"/>
                    <a:pt x="1" y="37934"/>
                  </a:cubicBezTo>
                  <a:cubicBezTo>
                    <a:pt x="733" y="39822"/>
                    <a:pt x="3503" y="40220"/>
                    <a:pt x="6053" y="40220"/>
                  </a:cubicBezTo>
                  <a:cubicBezTo>
                    <a:pt x="7527" y="40220"/>
                    <a:pt x="8928" y="40087"/>
                    <a:pt x="9819" y="40032"/>
                  </a:cubicBezTo>
                  <a:cubicBezTo>
                    <a:pt x="14682" y="39728"/>
                    <a:pt x="19636" y="38968"/>
                    <a:pt x="23953" y="36688"/>
                  </a:cubicBezTo>
                  <a:cubicBezTo>
                    <a:pt x="30123" y="33466"/>
                    <a:pt x="34500" y="27326"/>
                    <a:pt x="36324" y="20578"/>
                  </a:cubicBezTo>
                  <a:cubicBezTo>
                    <a:pt x="38147" y="13861"/>
                    <a:pt x="37509" y="6627"/>
                    <a:pt x="3535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5"/>
            <p:cNvSpPr/>
            <p:nvPr/>
          </p:nvSpPr>
          <p:spPr>
            <a:xfrm>
              <a:off x="3189123" y="3433325"/>
              <a:ext cx="12052" cy="136166"/>
            </a:xfrm>
            <a:custGeom>
              <a:avLst/>
              <a:gdLst/>
              <a:ahLst/>
              <a:cxnLst/>
              <a:rect l="l" t="t" r="r" b="b"/>
              <a:pathLst>
                <a:path w="366" h="4135" fill="none" extrusionOk="0">
                  <a:moveTo>
                    <a:pt x="1" y="4135"/>
                  </a:moveTo>
                  <a:cubicBezTo>
                    <a:pt x="183" y="2858"/>
                    <a:pt x="214" y="1278"/>
                    <a:pt x="366" y="1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5"/>
            <p:cNvSpPr/>
            <p:nvPr/>
          </p:nvSpPr>
          <p:spPr>
            <a:xfrm>
              <a:off x="3627560" y="1977965"/>
              <a:ext cx="78110" cy="77122"/>
            </a:xfrm>
            <a:custGeom>
              <a:avLst/>
              <a:gdLst/>
              <a:ahLst/>
              <a:cxnLst/>
              <a:rect l="l" t="t" r="r" b="b"/>
              <a:pathLst>
                <a:path w="2372" h="2342" extrusionOk="0">
                  <a:moveTo>
                    <a:pt x="1186" y="1"/>
                  </a:moveTo>
                  <a:cubicBezTo>
                    <a:pt x="547" y="1"/>
                    <a:pt x="0" y="517"/>
                    <a:pt x="0" y="1156"/>
                  </a:cubicBezTo>
                  <a:cubicBezTo>
                    <a:pt x="0" y="1824"/>
                    <a:pt x="547" y="2341"/>
                    <a:pt x="1186" y="2341"/>
                  </a:cubicBezTo>
                  <a:cubicBezTo>
                    <a:pt x="1824" y="2341"/>
                    <a:pt x="2371" y="1824"/>
                    <a:pt x="2371" y="1156"/>
                  </a:cubicBezTo>
                  <a:cubicBezTo>
                    <a:pt x="2371" y="517"/>
                    <a:pt x="1824" y="1"/>
                    <a:pt x="118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5"/>
            <p:cNvSpPr/>
            <p:nvPr/>
          </p:nvSpPr>
          <p:spPr>
            <a:xfrm>
              <a:off x="3354764" y="2843475"/>
              <a:ext cx="850351" cy="187997"/>
            </a:xfrm>
            <a:custGeom>
              <a:avLst/>
              <a:gdLst/>
              <a:ahLst/>
              <a:cxnLst/>
              <a:rect l="l" t="t" r="r" b="b"/>
              <a:pathLst>
                <a:path w="25823" h="5709" extrusionOk="0">
                  <a:moveTo>
                    <a:pt x="20488" y="1"/>
                  </a:moveTo>
                  <a:cubicBezTo>
                    <a:pt x="20056" y="1"/>
                    <a:pt x="19625" y="24"/>
                    <a:pt x="19196" y="71"/>
                  </a:cubicBezTo>
                  <a:cubicBezTo>
                    <a:pt x="18680" y="101"/>
                    <a:pt x="18132" y="192"/>
                    <a:pt x="17616" y="314"/>
                  </a:cubicBezTo>
                  <a:cubicBezTo>
                    <a:pt x="16430" y="587"/>
                    <a:pt x="15245" y="952"/>
                    <a:pt x="14090" y="1317"/>
                  </a:cubicBezTo>
                  <a:cubicBezTo>
                    <a:pt x="12236" y="1864"/>
                    <a:pt x="10351" y="2198"/>
                    <a:pt x="8436" y="2715"/>
                  </a:cubicBezTo>
                  <a:cubicBezTo>
                    <a:pt x="7919" y="2837"/>
                    <a:pt x="7372" y="2989"/>
                    <a:pt x="6795" y="2989"/>
                  </a:cubicBezTo>
                  <a:cubicBezTo>
                    <a:pt x="5853" y="2989"/>
                    <a:pt x="4941" y="2624"/>
                    <a:pt x="3968" y="2594"/>
                  </a:cubicBezTo>
                  <a:cubicBezTo>
                    <a:pt x="3942" y="2593"/>
                    <a:pt x="3917" y="2593"/>
                    <a:pt x="3891" y="2593"/>
                  </a:cubicBezTo>
                  <a:cubicBezTo>
                    <a:pt x="2642" y="2593"/>
                    <a:pt x="1431" y="3314"/>
                    <a:pt x="746" y="4356"/>
                  </a:cubicBezTo>
                  <a:cubicBezTo>
                    <a:pt x="0" y="5495"/>
                    <a:pt x="534" y="5708"/>
                    <a:pt x="1342" y="5708"/>
                  </a:cubicBezTo>
                  <a:cubicBezTo>
                    <a:pt x="1785" y="5708"/>
                    <a:pt x="2311" y="5644"/>
                    <a:pt x="2752" y="5633"/>
                  </a:cubicBezTo>
                  <a:cubicBezTo>
                    <a:pt x="3694" y="5633"/>
                    <a:pt x="4637" y="5603"/>
                    <a:pt x="5579" y="5603"/>
                  </a:cubicBezTo>
                  <a:cubicBezTo>
                    <a:pt x="7555" y="5572"/>
                    <a:pt x="9530" y="5542"/>
                    <a:pt x="11476" y="5512"/>
                  </a:cubicBezTo>
                  <a:cubicBezTo>
                    <a:pt x="13755" y="5512"/>
                    <a:pt x="16005" y="5451"/>
                    <a:pt x="18254" y="5420"/>
                  </a:cubicBezTo>
                  <a:cubicBezTo>
                    <a:pt x="19213" y="5396"/>
                    <a:pt x="20172" y="5351"/>
                    <a:pt x="21131" y="5351"/>
                  </a:cubicBezTo>
                  <a:cubicBezTo>
                    <a:pt x="21358" y="5351"/>
                    <a:pt x="21584" y="5354"/>
                    <a:pt x="21810" y="5360"/>
                  </a:cubicBezTo>
                  <a:cubicBezTo>
                    <a:pt x="22136" y="5371"/>
                    <a:pt x="22465" y="5399"/>
                    <a:pt x="22788" y="5399"/>
                  </a:cubicBezTo>
                  <a:cubicBezTo>
                    <a:pt x="23340" y="5399"/>
                    <a:pt x="23873" y="5317"/>
                    <a:pt x="24333" y="4934"/>
                  </a:cubicBezTo>
                  <a:cubicBezTo>
                    <a:pt x="24698" y="4630"/>
                    <a:pt x="24911" y="4144"/>
                    <a:pt x="25123" y="3718"/>
                  </a:cubicBezTo>
                  <a:cubicBezTo>
                    <a:pt x="25245" y="3475"/>
                    <a:pt x="25367" y="3201"/>
                    <a:pt x="25458" y="2958"/>
                  </a:cubicBezTo>
                  <a:cubicBezTo>
                    <a:pt x="25610" y="2685"/>
                    <a:pt x="25731" y="2381"/>
                    <a:pt x="25792" y="2077"/>
                  </a:cubicBezTo>
                  <a:cubicBezTo>
                    <a:pt x="25823" y="1742"/>
                    <a:pt x="25762" y="1408"/>
                    <a:pt x="25549" y="1165"/>
                  </a:cubicBezTo>
                  <a:cubicBezTo>
                    <a:pt x="25397" y="1013"/>
                    <a:pt x="25184" y="922"/>
                    <a:pt x="24971" y="861"/>
                  </a:cubicBezTo>
                  <a:cubicBezTo>
                    <a:pt x="23549" y="292"/>
                    <a:pt x="22017" y="1"/>
                    <a:pt x="2048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5"/>
            <p:cNvSpPr/>
            <p:nvPr/>
          </p:nvSpPr>
          <p:spPr>
            <a:xfrm>
              <a:off x="3458396" y="1781502"/>
              <a:ext cx="294295" cy="167120"/>
            </a:xfrm>
            <a:custGeom>
              <a:avLst/>
              <a:gdLst/>
              <a:ahLst/>
              <a:cxnLst/>
              <a:rect l="l" t="t" r="r" b="b"/>
              <a:pathLst>
                <a:path w="8937" h="5075" extrusionOk="0">
                  <a:moveTo>
                    <a:pt x="4647" y="1"/>
                  </a:moveTo>
                  <a:cubicBezTo>
                    <a:pt x="2594" y="1"/>
                    <a:pt x="599" y="1473"/>
                    <a:pt x="213" y="3596"/>
                  </a:cubicBezTo>
                  <a:cubicBezTo>
                    <a:pt x="122" y="4021"/>
                    <a:pt x="0" y="4447"/>
                    <a:pt x="61" y="4873"/>
                  </a:cubicBezTo>
                  <a:cubicBezTo>
                    <a:pt x="456" y="4690"/>
                    <a:pt x="851" y="4569"/>
                    <a:pt x="1277" y="4477"/>
                  </a:cubicBezTo>
                  <a:cubicBezTo>
                    <a:pt x="2070" y="4288"/>
                    <a:pt x="2911" y="4176"/>
                    <a:pt x="3746" y="4176"/>
                  </a:cubicBezTo>
                  <a:cubicBezTo>
                    <a:pt x="4384" y="4176"/>
                    <a:pt x="5018" y="4241"/>
                    <a:pt x="5624" y="4386"/>
                  </a:cubicBezTo>
                  <a:cubicBezTo>
                    <a:pt x="6231" y="4538"/>
                    <a:pt x="6809" y="4812"/>
                    <a:pt x="7447" y="4964"/>
                  </a:cubicBezTo>
                  <a:cubicBezTo>
                    <a:pt x="7701" y="5027"/>
                    <a:pt x="7964" y="5074"/>
                    <a:pt x="8221" y="5074"/>
                  </a:cubicBezTo>
                  <a:cubicBezTo>
                    <a:pt x="8457" y="5074"/>
                    <a:pt x="8689" y="5035"/>
                    <a:pt x="8906" y="4933"/>
                  </a:cubicBezTo>
                  <a:cubicBezTo>
                    <a:pt x="8906" y="4903"/>
                    <a:pt x="8906" y="4873"/>
                    <a:pt x="8906" y="4842"/>
                  </a:cubicBezTo>
                  <a:cubicBezTo>
                    <a:pt x="8937" y="4265"/>
                    <a:pt x="8846" y="3383"/>
                    <a:pt x="8633" y="2836"/>
                  </a:cubicBezTo>
                  <a:cubicBezTo>
                    <a:pt x="8177" y="1711"/>
                    <a:pt x="7326" y="769"/>
                    <a:pt x="6231" y="313"/>
                  </a:cubicBezTo>
                  <a:cubicBezTo>
                    <a:pt x="5717" y="100"/>
                    <a:pt x="5180" y="1"/>
                    <a:pt x="464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5"/>
            <p:cNvSpPr/>
            <p:nvPr/>
          </p:nvSpPr>
          <p:spPr>
            <a:xfrm>
              <a:off x="3369319" y="1913784"/>
              <a:ext cx="298313" cy="121182"/>
            </a:xfrm>
            <a:custGeom>
              <a:avLst/>
              <a:gdLst/>
              <a:ahLst/>
              <a:cxnLst/>
              <a:rect l="l" t="t" r="r" b="b"/>
              <a:pathLst>
                <a:path w="9059" h="3680" extrusionOk="0">
                  <a:moveTo>
                    <a:pt x="5345" y="1"/>
                  </a:moveTo>
                  <a:cubicBezTo>
                    <a:pt x="5234" y="1"/>
                    <a:pt x="5124" y="2"/>
                    <a:pt x="5015" y="4"/>
                  </a:cubicBezTo>
                  <a:cubicBezTo>
                    <a:pt x="4104" y="4"/>
                    <a:pt x="3131" y="126"/>
                    <a:pt x="2432" y="764"/>
                  </a:cubicBezTo>
                  <a:cubicBezTo>
                    <a:pt x="2006" y="1129"/>
                    <a:pt x="1550" y="1555"/>
                    <a:pt x="1155" y="1950"/>
                  </a:cubicBezTo>
                  <a:cubicBezTo>
                    <a:pt x="1003" y="2071"/>
                    <a:pt x="699" y="2345"/>
                    <a:pt x="486" y="2649"/>
                  </a:cubicBezTo>
                  <a:cubicBezTo>
                    <a:pt x="183" y="3014"/>
                    <a:pt x="0" y="3439"/>
                    <a:pt x="517" y="3591"/>
                  </a:cubicBezTo>
                  <a:cubicBezTo>
                    <a:pt x="786" y="3658"/>
                    <a:pt x="1073" y="3679"/>
                    <a:pt x="1359" y="3679"/>
                  </a:cubicBezTo>
                  <a:cubicBezTo>
                    <a:pt x="1589" y="3679"/>
                    <a:pt x="1819" y="3665"/>
                    <a:pt x="2037" y="3652"/>
                  </a:cubicBezTo>
                  <a:cubicBezTo>
                    <a:pt x="2614" y="3591"/>
                    <a:pt x="3161" y="3530"/>
                    <a:pt x="3739" y="3470"/>
                  </a:cubicBezTo>
                  <a:cubicBezTo>
                    <a:pt x="4134" y="3409"/>
                    <a:pt x="4529" y="3348"/>
                    <a:pt x="4924" y="3226"/>
                  </a:cubicBezTo>
                  <a:cubicBezTo>
                    <a:pt x="5623" y="2862"/>
                    <a:pt x="6231" y="2406"/>
                    <a:pt x="6839" y="1950"/>
                  </a:cubicBezTo>
                  <a:cubicBezTo>
                    <a:pt x="7508" y="1524"/>
                    <a:pt x="8298" y="856"/>
                    <a:pt x="9058" y="582"/>
                  </a:cubicBezTo>
                  <a:cubicBezTo>
                    <a:pt x="7997" y="163"/>
                    <a:pt x="6602" y="1"/>
                    <a:pt x="534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5"/>
            <p:cNvSpPr/>
            <p:nvPr/>
          </p:nvSpPr>
          <p:spPr>
            <a:xfrm>
              <a:off x="3029970" y="2953891"/>
              <a:ext cx="2042" cy="33"/>
            </a:xfrm>
            <a:custGeom>
              <a:avLst/>
              <a:gdLst/>
              <a:ahLst/>
              <a:cxnLst/>
              <a:rect l="l" t="t" r="r" b="b"/>
              <a:pathLst>
                <a:path w="62" h="1" extrusionOk="0">
                  <a:moveTo>
                    <a:pt x="1" y="0"/>
                  </a:moveTo>
                  <a:lnTo>
                    <a:pt x="62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5"/>
            <p:cNvSpPr/>
            <p:nvPr/>
          </p:nvSpPr>
          <p:spPr>
            <a:xfrm>
              <a:off x="1410447" y="3490393"/>
              <a:ext cx="33" cy="751726"/>
            </a:xfrm>
            <a:custGeom>
              <a:avLst/>
              <a:gdLst/>
              <a:ahLst/>
              <a:cxnLst/>
              <a:rect l="l" t="t" r="r" b="b"/>
              <a:pathLst>
                <a:path w="1" h="22828" fill="none" extrusionOk="0">
                  <a:moveTo>
                    <a:pt x="1" y="0"/>
                  </a:moveTo>
                  <a:lnTo>
                    <a:pt x="1" y="2282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5"/>
            <p:cNvSpPr/>
            <p:nvPr/>
          </p:nvSpPr>
          <p:spPr>
            <a:xfrm>
              <a:off x="1093162" y="4234094"/>
              <a:ext cx="622608" cy="33"/>
            </a:xfrm>
            <a:custGeom>
              <a:avLst/>
              <a:gdLst/>
              <a:ahLst/>
              <a:cxnLst/>
              <a:rect l="l" t="t" r="r" b="b"/>
              <a:pathLst>
                <a:path w="18907" h="1" fill="none" extrusionOk="0">
                  <a:moveTo>
                    <a:pt x="0" y="0"/>
                  </a:moveTo>
                  <a:lnTo>
                    <a:pt x="18906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5"/>
            <p:cNvSpPr/>
            <p:nvPr/>
          </p:nvSpPr>
          <p:spPr>
            <a:xfrm>
              <a:off x="753846" y="2294854"/>
              <a:ext cx="1284204" cy="1272810"/>
            </a:xfrm>
            <a:custGeom>
              <a:avLst/>
              <a:gdLst/>
              <a:ahLst/>
              <a:cxnLst/>
              <a:rect l="l" t="t" r="r" b="b"/>
              <a:pathLst>
                <a:path w="38998" h="38652" extrusionOk="0">
                  <a:moveTo>
                    <a:pt x="9347" y="0"/>
                  </a:moveTo>
                  <a:cubicBezTo>
                    <a:pt x="7548" y="0"/>
                    <a:pt x="5802" y="694"/>
                    <a:pt x="4408" y="1989"/>
                  </a:cubicBezTo>
                  <a:cubicBezTo>
                    <a:pt x="2280" y="3934"/>
                    <a:pt x="1307" y="6822"/>
                    <a:pt x="790" y="9679"/>
                  </a:cubicBezTo>
                  <a:cubicBezTo>
                    <a:pt x="0" y="14208"/>
                    <a:pt x="335" y="20105"/>
                    <a:pt x="2006" y="25181"/>
                  </a:cubicBezTo>
                  <a:cubicBezTo>
                    <a:pt x="2857" y="27795"/>
                    <a:pt x="4104" y="30196"/>
                    <a:pt x="5715" y="32050"/>
                  </a:cubicBezTo>
                  <a:cubicBezTo>
                    <a:pt x="7478" y="34056"/>
                    <a:pt x="9909" y="35363"/>
                    <a:pt x="12402" y="36336"/>
                  </a:cubicBezTo>
                  <a:cubicBezTo>
                    <a:pt x="16332" y="37867"/>
                    <a:pt x="20545" y="38651"/>
                    <a:pt x="24761" y="38651"/>
                  </a:cubicBezTo>
                  <a:cubicBezTo>
                    <a:pt x="26739" y="38651"/>
                    <a:pt x="28718" y="38479"/>
                    <a:pt x="30669" y="38129"/>
                  </a:cubicBezTo>
                  <a:cubicBezTo>
                    <a:pt x="32341" y="37825"/>
                    <a:pt x="34074" y="37369"/>
                    <a:pt x="35502" y="36397"/>
                  </a:cubicBezTo>
                  <a:cubicBezTo>
                    <a:pt x="38299" y="34543"/>
                    <a:pt x="38998" y="31959"/>
                    <a:pt x="35867" y="30257"/>
                  </a:cubicBezTo>
                  <a:cubicBezTo>
                    <a:pt x="33375" y="28919"/>
                    <a:pt x="30274" y="27764"/>
                    <a:pt x="27539" y="27035"/>
                  </a:cubicBezTo>
                  <a:cubicBezTo>
                    <a:pt x="24833" y="26336"/>
                    <a:pt x="22706" y="25150"/>
                    <a:pt x="21034" y="22840"/>
                  </a:cubicBezTo>
                  <a:cubicBezTo>
                    <a:pt x="19301" y="20439"/>
                    <a:pt x="18420" y="17521"/>
                    <a:pt x="17721" y="14633"/>
                  </a:cubicBezTo>
                  <a:cubicBezTo>
                    <a:pt x="17143" y="12141"/>
                    <a:pt x="16657" y="9588"/>
                    <a:pt x="16292" y="7035"/>
                  </a:cubicBezTo>
                  <a:cubicBezTo>
                    <a:pt x="15897" y="4269"/>
                    <a:pt x="14894" y="1746"/>
                    <a:pt x="12189" y="591"/>
                  </a:cubicBezTo>
                  <a:cubicBezTo>
                    <a:pt x="11256" y="192"/>
                    <a:pt x="10294" y="0"/>
                    <a:pt x="934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5"/>
            <p:cNvSpPr/>
            <p:nvPr/>
          </p:nvSpPr>
          <p:spPr>
            <a:xfrm>
              <a:off x="2201932" y="3376157"/>
              <a:ext cx="329596" cy="376555"/>
            </a:xfrm>
            <a:custGeom>
              <a:avLst/>
              <a:gdLst/>
              <a:ahLst/>
              <a:cxnLst/>
              <a:rect l="l" t="t" r="r" b="b"/>
              <a:pathLst>
                <a:path w="10009" h="11435" extrusionOk="0">
                  <a:moveTo>
                    <a:pt x="3075" y="0"/>
                  </a:moveTo>
                  <a:cubicBezTo>
                    <a:pt x="907" y="0"/>
                    <a:pt x="1" y="2468"/>
                    <a:pt x="951" y="3834"/>
                  </a:cubicBezTo>
                  <a:cubicBezTo>
                    <a:pt x="1924" y="5263"/>
                    <a:pt x="3048" y="6570"/>
                    <a:pt x="4173" y="7846"/>
                  </a:cubicBezTo>
                  <a:cubicBezTo>
                    <a:pt x="4963" y="8758"/>
                    <a:pt x="5845" y="10126"/>
                    <a:pt x="6939" y="10886"/>
                  </a:cubicBezTo>
                  <a:cubicBezTo>
                    <a:pt x="7213" y="11099"/>
                    <a:pt x="7547" y="11281"/>
                    <a:pt x="7851" y="11372"/>
                  </a:cubicBezTo>
                  <a:cubicBezTo>
                    <a:pt x="7997" y="11412"/>
                    <a:pt x="8149" y="11435"/>
                    <a:pt x="8296" y="11435"/>
                  </a:cubicBezTo>
                  <a:cubicBezTo>
                    <a:pt x="8486" y="11435"/>
                    <a:pt x="8669" y="11397"/>
                    <a:pt x="8823" y="11312"/>
                  </a:cubicBezTo>
                  <a:cubicBezTo>
                    <a:pt x="9310" y="11068"/>
                    <a:pt x="9705" y="10552"/>
                    <a:pt x="9796" y="10005"/>
                  </a:cubicBezTo>
                  <a:cubicBezTo>
                    <a:pt x="10009" y="8971"/>
                    <a:pt x="9644" y="8424"/>
                    <a:pt x="9188" y="7542"/>
                  </a:cubicBezTo>
                  <a:cubicBezTo>
                    <a:pt x="8793" y="6752"/>
                    <a:pt x="8368" y="5992"/>
                    <a:pt x="7942" y="5232"/>
                  </a:cubicBezTo>
                  <a:cubicBezTo>
                    <a:pt x="7091" y="3743"/>
                    <a:pt x="6149" y="2254"/>
                    <a:pt x="5115" y="886"/>
                  </a:cubicBezTo>
                  <a:cubicBezTo>
                    <a:pt x="4568" y="156"/>
                    <a:pt x="4112" y="35"/>
                    <a:pt x="3231" y="4"/>
                  </a:cubicBezTo>
                  <a:cubicBezTo>
                    <a:pt x="3178" y="2"/>
                    <a:pt x="3126" y="0"/>
                    <a:pt x="307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5"/>
            <p:cNvSpPr/>
            <p:nvPr/>
          </p:nvSpPr>
          <p:spPr>
            <a:xfrm>
              <a:off x="2402380" y="3538735"/>
              <a:ext cx="363383" cy="274175"/>
            </a:xfrm>
            <a:custGeom>
              <a:avLst/>
              <a:gdLst/>
              <a:ahLst/>
              <a:cxnLst/>
              <a:rect l="l" t="t" r="r" b="b"/>
              <a:pathLst>
                <a:path w="11035" h="8326" extrusionOk="0">
                  <a:moveTo>
                    <a:pt x="10312" y="0"/>
                  </a:moveTo>
                  <a:cubicBezTo>
                    <a:pt x="9822" y="0"/>
                    <a:pt x="9185" y="466"/>
                    <a:pt x="8755" y="691"/>
                  </a:cubicBezTo>
                  <a:cubicBezTo>
                    <a:pt x="7539" y="1329"/>
                    <a:pt x="6232" y="1846"/>
                    <a:pt x="4925" y="2241"/>
                  </a:cubicBezTo>
                  <a:cubicBezTo>
                    <a:pt x="4442" y="2386"/>
                    <a:pt x="3960" y="2511"/>
                    <a:pt x="3477" y="2511"/>
                  </a:cubicBezTo>
                  <a:cubicBezTo>
                    <a:pt x="3352" y="2511"/>
                    <a:pt x="3227" y="2503"/>
                    <a:pt x="3101" y="2484"/>
                  </a:cubicBezTo>
                  <a:cubicBezTo>
                    <a:pt x="2767" y="3183"/>
                    <a:pt x="2250" y="3821"/>
                    <a:pt x="1642" y="4338"/>
                  </a:cubicBezTo>
                  <a:cubicBezTo>
                    <a:pt x="1460" y="4490"/>
                    <a:pt x="1" y="5280"/>
                    <a:pt x="62" y="5554"/>
                  </a:cubicBezTo>
                  <a:cubicBezTo>
                    <a:pt x="305" y="6375"/>
                    <a:pt x="730" y="7134"/>
                    <a:pt x="1308" y="7773"/>
                  </a:cubicBezTo>
                  <a:cubicBezTo>
                    <a:pt x="1521" y="8046"/>
                    <a:pt x="1825" y="8289"/>
                    <a:pt x="2159" y="8320"/>
                  </a:cubicBezTo>
                  <a:cubicBezTo>
                    <a:pt x="2195" y="8324"/>
                    <a:pt x="2231" y="8326"/>
                    <a:pt x="2267" y="8326"/>
                  </a:cubicBezTo>
                  <a:cubicBezTo>
                    <a:pt x="2503" y="8326"/>
                    <a:pt x="2734" y="8243"/>
                    <a:pt x="2919" y="8137"/>
                  </a:cubicBezTo>
                  <a:cubicBezTo>
                    <a:pt x="4347" y="7469"/>
                    <a:pt x="5746" y="6496"/>
                    <a:pt x="6931" y="5493"/>
                  </a:cubicBezTo>
                  <a:cubicBezTo>
                    <a:pt x="8147" y="4490"/>
                    <a:pt x="9819" y="3305"/>
                    <a:pt x="10670" y="1998"/>
                  </a:cubicBezTo>
                  <a:cubicBezTo>
                    <a:pt x="10943" y="1572"/>
                    <a:pt x="11035" y="1116"/>
                    <a:pt x="10974" y="721"/>
                  </a:cubicBezTo>
                  <a:cubicBezTo>
                    <a:pt x="10868" y="183"/>
                    <a:pt x="10619" y="0"/>
                    <a:pt x="1031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5"/>
            <p:cNvSpPr/>
            <p:nvPr/>
          </p:nvSpPr>
          <p:spPr>
            <a:xfrm>
              <a:off x="1200252" y="2841367"/>
              <a:ext cx="1307255" cy="832207"/>
            </a:xfrm>
            <a:custGeom>
              <a:avLst/>
              <a:gdLst/>
              <a:ahLst/>
              <a:cxnLst/>
              <a:rect l="l" t="t" r="r" b="b"/>
              <a:pathLst>
                <a:path w="39698" h="25272" extrusionOk="0">
                  <a:moveTo>
                    <a:pt x="22382" y="0"/>
                  </a:moveTo>
                  <a:cubicBezTo>
                    <a:pt x="19533" y="0"/>
                    <a:pt x="16565" y="1067"/>
                    <a:pt x="13800" y="1715"/>
                  </a:cubicBezTo>
                  <a:cubicBezTo>
                    <a:pt x="11612" y="2232"/>
                    <a:pt x="9454" y="2779"/>
                    <a:pt x="7326" y="3478"/>
                  </a:cubicBezTo>
                  <a:cubicBezTo>
                    <a:pt x="6384" y="3752"/>
                    <a:pt x="5411" y="4329"/>
                    <a:pt x="4438" y="4360"/>
                  </a:cubicBezTo>
                  <a:cubicBezTo>
                    <a:pt x="4428" y="4361"/>
                    <a:pt x="4416" y="4361"/>
                    <a:pt x="4401" y="4361"/>
                  </a:cubicBezTo>
                  <a:cubicBezTo>
                    <a:pt x="4003" y="4361"/>
                    <a:pt x="1891" y="3978"/>
                    <a:pt x="2037" y="3539"/>
                  </a:cubicBezTo>
                  <a:lnTo>
                    <a:pt x="2037" y="3539"/>
                  </a:lnTo>
                  <a:lnTo>
                    <a:pt x="1429" y="5363"/>
                  </a:lnTo>
                  <a:cubicBezTo>
                    <a:pt x="730" y="7490"/>
                    <a:pt x="1" y="9649"/>
                    <a:pt x="153" y="11898"/>
                  </a:cubicBezTo>
                  <a:cubicBezTo>
                    <a:pt x="274" y="14025"/>
                    <a:pt x="1612" y="16913"/>
                    <a:pt x="4013" y="16974"/>
                  </a:cubicBezTo>
                  <a:cubicBezTo>
                    <a:pt x="5182" y="17014"/>
                    <a:pt x="6375" y="17096"/>
                    <a:pt x="7561" y="17096"/>
                  </a:cubicBezTo>
                  <a:cubicBezTo>
                    <a:pt x="9056" y="17096"/>
                    <a:pt x="10539" y="16966"/>
                    <a:pt x="11946" y="16457"/>
                  </a:cubicBezTo>
                  <a:cubicBezTo>
                    <a:pt x="14743" y="15454"/>
                    <a:pt x="13952" y="13418"/>
                    <a:pt x="16414" y="11715"/>
                  </a:cubicBezTo>
                  <a:cubicBezTo>
                    <a:pt x="17435" y="11011"/>
                    <a:pt x="18940" y="9549"/>
                    <a:pt x="20373" y="9549"/>
                  </a:cubicBezTo>
                  <a:cubicBezTo>
                    <a:pt x="20733" y="9549"/>
                    <a:pt x="21088" y="9642"/>
                    <a:pt x="21430" y="9861"/>
                  </a:cubicBezTo>
                  <a:cubicBezTo>
                    <a:pt x="22554" y="10560"/>
                    <a:pt x="22858" y="12323"/>
                    <a:pt x="23071" y="13509"/>
                  </a:cubicBezTo>
                  <a:cubicBezTo>
                    <a:pt x="23527" y="16153"/>
                    <a:pt x="24317" y="18524"/>
                    <a:pt x="24591" y="21168"/>
                  </a:cubicBezTo>
                  <a:cubicBezTo>
                    <a:pt x="24591" y="22384"/>
                    <a:pt x="25107" y="23630"/>
                    <a:pt x="25624" y="24755"/>
                  </a:cubicBezTo>
                  <a:cubicBezTo>
                    <a:pt x="25715" y="24938"/>
                    <a:pt x="25807" y="25089"/>
                    <a:pt x="25898" y="25272"/>
                  </a:cubicBezTo>
                  <a:cubicBezTo>
                    <a:pt x="30670" y="23995"/>
                    <a:pt x="35290" y="22202"/>
                    <a:pt x="39697" y="19922"/>
                  </a:cubicBezTo>
                  <a:cubicBezTo>
                    <a:pt x="37600" y="16305"/>
                    <a:pt x="35472" y="12688"/>
                    <a:pt x="33375" y="9071"/>
                  </a:cubicBezTo>
                  <a:cubicBezTo>
                    <a:pt x="31703" y="6244"/>
                    <a:pt x="29971" y="3296"/>
                    <a:pt x="27266" y="1442"/>
                  </a:cubicBezTo>
                  <a:cubicBezTo>
                    <a:pt x="25725" y="377"/>
                    <a:pt x="24074" y="0"/>
                    <a:pt x="2238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5"/>
            <p:cNvSpPr/>
            <p:nvPr/>
          </p:nvSpPr>
          <p:spPr>
            <a:xfrm>
              <a:off x="1826228" y="3802211"/>
              <a:ext cx="247897" cy="472084"/>
            </a:xfrm>
            <a:custGeom>
              <a:avLst/>
              <a:gdLst/>
              <a:ahLst/>
              <a:cxnLst/>
              <a:rect l="l" t="t" r="r" b="b"/>
              <a:pathLst>
                <a:path w="7528" h="14336" extrusionOk="0">
                  <a:moveTo>
                    <a:pt x="3080" y="1"/>
                  </a:moveTo>
                  <a:cubicBezTo>
                    <a:pt x="1324" y="1"/>
                    <a:pt x="0" y="1781"/>
                    <a:pt x="323" y="3298"/>
                  </a:cubicBezTo>
                  <a:cubicBezTo>
                    <a:pt x="749" y="5152"/>
                    <a:pt x="1357" y="6975"/>
                    <a:pt x="1995" y="8799"/>
                  </a:cubicBezTo>
                  <a:cubicBezTo>
                    <a:pt x="2421" y="10076"/>
                    <a:pt x="2755" y="11839"/>
                    <a:pt x="3545" y="13085"/>
                  </a:cubicBezTo>
                  <a:cubicBezTo>
                    <a:pt x="3758" y="13450"/>
                    <a:pt x="4001" y="13754"/>
                    <a:pt x="4305" y="13966"/>
                  </a:cubicBezTo>
                  <a:cubicBezTo>
                    <a:pt x="4583" y="14189"/>
                    <a:pt x="4912" y="14335"/>
                    <a:pt x="5245" y="14335"/>
                  </a:cubicBezTo>
                  <a:cubicBezTo>
                    <a:pt x="5276" y="14335"/>
                    <a:pt x="5308" y="14334"/>
                    <a:pt x="5339" y="14331"/>
                  </a:cubicBezTo>
                  <a:cubicBezTo>
                    <a:pt x="5947" y="14270"/>
                    <a:pt x="6585" y="13906"/>
                    <a:pt x="6889" y="13389"/>
                  </a:cubicBezTo>
                  <a:cubicBezTo>
                    <a:pt x="7527" y="12386"/>
                    <a:pt x="7406" y="11687"/>
                    <a:pt x="7284" y="10562"/>
                  </a:cubicBezTo>
                  <a:cubicBezTo>
                    <a:pt x="7223" y="9589"/>
                    <a:pt x="7102" y="8617"/>
                    <a:pt x="6980" y="7644"/>
                  </a:cubicBezTo>
                  <a:cubicBezTo>
                    <a:pt x="6706" y="5760"/>
                    <a:pt x="6402" y="3845"/>
                    <a:pt x="5886" y="1991"/>
                  </a:cubicBezTo>
                  <a:cubicBezTo>
                    <a:pt x="5612" y="1018"/>
                    <a:pt x="5187" y="684"/>
                    <a:pt x="4305" y="288"/>
                  </a:cubicBezTo>
                  <a:cubicBezTo>
                    <a:pt x="3884" y="89"/>
                    <a:pt x="3471" y="1"/>
                    <a:pt x="308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5"/>
            <p:cNvSpPr/>
            <p:nvPr/>
          </p:nvSpPr>
          <p:spPr>
            <a:xfrm>
              <a:off x="1443477" y="3065163"/>
              <a:ext cx="765754" cy="956748"/>
            </a:xfrm>
            <a:custGeom>
              <a:avLst/>
              <a:gdLst/>
              <a:ahLst/>
              <a:cxnLst/>
              <a:rect l="l" t="t" r="r" b="b"/>
              <a:pathLst>
                <a:path w="23254" h="29054" extrusionOk="0">
                  <a:moveTo>
                    <a:pt x="9332" y="10968"/>
                  </a:moveTo>
                  <a:lnTo>
                    <a:pt x="9332" y="10968"/>
                  </a:lnTo>
                  <a:cubicBezTo>
                    <a:pt x="9363" y="11424"/>
                    <a:pt x="9363" y="11880"/>
                    <a:pt x="9302" y="12306"/>
                  </a:cubicBezTo>
                  <a:lnTo>
                    <a:pt x="9332" y="10968"/>
                  </a:lnTo>
                  <a:close/>
                  <a:moveTo>
                    <a:pt x="14138" y="0"/>
                  </a:moveTo>
                  <a:cubicBezTo>
                    <a:pt x="12338" y="0"/>
                    <a:pt x="10178" y="915"/>
                    <a:pt x="9211" y="1637"/>
                  </a:cubicBezTo>
                  <a:cubicBezTo>
                    <a:pt x="7904" y="2609"/>
                    <a:pt x="6870" y="3856"/>
                    <a:pt x="5837" y="5102"/>
                  </a:cubicBezTo>
                  <a:cubicBezTo>
                    <a:pt x="4864" y="6287"/>
                    <a:pt x="3922" y="7625"/>
                    <a:pt x="2493" y="8263"/>
                  </a:cubicBezTo>
                  <a:cubicBezTo>
                    <a:pt x="1764" y="8597"/>
                    <a:pt x="1004" y="8840"/>
                    <a:pt x="366" y="9327"/>
                  </a:cubicBezTo>
                  <a:cubicBezTo>
                    <a:pt x="183" y="9448"/>
                    <a:pt x="1" y="9631"/>
                    <a:pt x="31" y="9874"/>
                  </a:cubicBezTo>
                  <a:cubicBezTo>
                    <a:pt x="62" y="10178"/>
                    <a:pt x="426" y="10330"/>
                    <a:pt x="761" y="10360"/>
                  </a:cubicBezTo>
                  <a:cubicBezTo>
                    <a:pt x="1918" y="10571"/>
                    <a:pt x="2961" y="10804"/>
                    <a:pt x="4127" y="10804"/>
                  </a:cubicBezTo>
                  <a:cubicBezTo>
                    <a:pt x="4309" y="10804"/>
                    <a:pt x="4493" y="10798"/>
                    <a:pt x="4682" y="10786"/>
                  </a:cubicBezTo>
                  <a:cubicBezTo>
                    <a:pt x="5031" y="10771"/>
                    <a:pt x="5381" y="10763"/>
                    <a:pt x="5727" y="10763"/>
                  </a:cubicBezTo>
                  <a:cubicBezTo>
                    <a:pt x="6072" y="10763"/>
                    <a:pt x="6414" y="10771"/>
                    <a:pt x="6749" y="10786"/>
                  </a:cubicBezTo>
                  <a:cubicBezTo>
                    <a:pt x="7843" y="10847"/>
                    <a:pt x="8724" y="11637"/>
                    <a:pt x="8937" y="12670"/>
                  </a:cubicBezTo>
                  <a:cubicBezTo>
                    <a:pt x="9150" y="13795"/>
                    <a:pt x="9393" y="14920"/>
                    <a:pt x="9606" y="16044"/>
                  </a:cubicBezTo>
                  <a:cubicBezTo>
                    <a:pt x="9879" y="17382"/>
                    <a:pt x="9879" y="18719"/>
                    <a:pt x="10153" y="20087"/>
                  </a:cubicBezTo>
                  <a:cubicBezTo>
                    <a:pt x="10335" y="20999"/>
                    <a:pt x="11977" y="29054"/>
                    <a:pt x="12767" y="29054"/>
                  </a:cubicBezTo>
                  <a:cubicBezTo>
                    <a:pt x="16262" y="28993"/>
                    <a:pt x="19758" y="28932"/>
                    <a:pt x="23254" y="28871"/>
                  </a:cubicBezTo>
                  <a:cubicBezTo>
                    <a:pt x="22007" y="23643"/>
                    <a:pt x="20791" y="18415"/>
                    <a:pt x="19545" y="13187"/>
                  </a:cubicBezTo>
                  <a:cubicBezTo>
                    <a:pt x="18664" y="9418"/>
                    <a:pt x="17782" y="5649"/>
                    <a:pt x="16901" y="1880"/>
                  </a:cubicBezTo>
                  <a:cubicBezTo>
                    <a:pt x="16568" y="485"/>
                    <a:pt x="15448" y="0"/>
                    <a:pt x="1413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5"/>
            <p:cNvSpPr/>
            <p:nvPr/>
          </p:nvSpPr>
          <p:spPr>
            <a:xfrm>
              <a:off x="1909937" y="4187036"/>
              <a:ext cx="383141" cy="215922"/>
            </a:xfrm>
            <a:custGeom>
              <a:avLst/>
              <a:gdLst/>
              <a:ahLst/>
              <a:cxnLst/>
              <a:rect l="l" t="t" r="r" b="b"/>
              <a:pathLst>
                <a:path w="11635" h="6557" extrusionOk="0">
                  <a:moveTo>
                    <a:pt x="335" y="1"/>
                  </a:moveTo>
                  <a:cubicBezTo>
                    <a:pt x="213" y="31"/>
                    <a:pt x="122" y="62"/>
                    <a:pt x="0" y="92"/>
                  </a:cubicBezTo>
                  <a:cubicBezTo>
                    <a:pt x="91" y="791"/>
                    <a:pt x="183" y="1490"/>
                    <a:pt x="335" y="2189"/>
                  </a:cubicBezTo>
                  <a:cubicBezTo>
                    <a:pt x="426" y="2615"/>
                    <a:pt x="487" y="3344"/>
                    <a:pt x="760" y="3709"/>
                  </a:cubicBezTo>
                  <a:cubicBezTo>
                    <a:pt x="821" y="3770"/>
                    <a:pt x="882" y="3831"/>
                    <a:pt x="973" y="3861"/>
                  </a:cubicBezTo>
                  <a:cubicBezTo>
                    <a:pt x="2097" y="4347"/>
                    <a:pt x="3253" y="4803"/>
                    <a:pt x="4408" y="5198"/>
                  </a:cubicBezTo>
                  <a:cubicBezTo>
                    <a:pt x="5654" y="5594"/>
                    <a:pt x="6900" y="5958"/>
                    <a:pt x="8177" y="6262"/>
                  </a:cubicBezTo>
                  <a:cubicBezTo>
                    <a:pt x="8329" y="6293"/>
                    <a:pt x="9058" y="6414"/>
                    <a:pt x="9848" y="6536"/>
                  </a:cubicBezTo>
                  <a:cubicBezTo>
                    <a:pt x="9925" y="6550"/>
                    <a:pt x="10001" y="6556"/>
                    <a:pt x="10075" y="6556"/>
                  </a:cubicBezTo>
                  <a:cubicBezTo>
                    <a:pt x="10969" y="6556"/>
                    <a:pt x="11635" y="5585"/>
                    <a:pt x="11186" y="4742"/>
                  </a:cubicBezTo>
                  <a:cubicBezTo>
                    <a:pt x="10973" y="4317"/>
                    <a:pt x="10699" y="3952"/>
                    <a:pt x="10396" y="3709"/>
                  </a:cubicBezTo>
                  <a:cubicBezTo>
                    <a:pt x="9544" y="3010"/>
                    <a:pt x="8511" y="2615"/>
                    <a:pt x="7538" y="2098"/>
                  </a:cubicBezTo>
                  <a:cubicBezTo>
                    <a:pt x="6657" y="1642"/>
                    <a:pt x="5867" y="973"/>
                    <a:pt x="5137" y="305"/>
                  </a:cubicBezTo>
                  <a:cubicBezTo>
                    <a:pt x="4477" y="454"/>
                    <a:pt x="3803" y="528"/>
                    <a:pt x="3124" y="528"/>
                  </a:cubicBezTo>
                  <a:cubicBezTo>
                    <a:pt x="2833" y="528"/>
                    <a:pt x="2541" y="514"/>
                    <a:pt x="2249" y="487"/>
                  </a:cubicBezTo>
                  <a:cubicBezTo>
                    <a:pt x="1581" y="426"/>
                    <a:pt x="942" y="274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5"/>
            <p:cNvSpPr/>
            <p:nvPr/>
          </p:nvSpPr>
          <p:spPr>
            <a:xfrm>
              <a:off x="982054" y="2415281"/>
              <a:ext cx="374381" cy="622015"/>
            </a:xfrm>
            <a:custGeom>
              <a:avLst/>
              <a:gdLst/>
              <a:ahLst/>
              <a:cxnLst/>
              <a:rect l="l" t="t" r="r" b="b"/>
              <a:pathLst>
                <a:path w="11369" h="18889" extrusionOk="0">
                  <a:moveTo>
                    <a:pt x="8064" y="1"/>
                  </a:moveTo>
                  <a:cubicBezTo>
                    <a:pt x="6303" y="1"/>
                    <a:pt x="4876" y="1511"/>
                    <a:pt x="4256" y="3134"/>
                  </a:cubicBezTo>
                  <a:cubicBezTo>
                    <a:pt x="2949" y="6539"/>
                    <a:pt x="1794" y="9943"/>
                    <a:pt x="791" y="13408"/>
                  </a:cubicBezTo>
                  <a:cubicBezTo>
                    <a:pt x="365" y="14837"/>
                    <a:pt x="0" y="16508"/>
                    <a:pt x="851" y="17724"/>
                  </a:cubicBezTo>
                  <a:cubicBezTo>
                    <a:pt x="1393" y="18528"/>
                    <a:pt x="2323" y="18889"/>
                    <a:pt x="3294" y="18889"/>
                  </a:cubicBezTo>
                  <a:cubicBezTo>
                    <a:pt x="4123" y="18889"/>
                    <a:pt x="4982" y="18626"/>
                    <a:pt x="5654" y="18150"/>
                  </a:cubicBezTo>
                  <a:cubicBezTo>
                    <a:pt x="7113" y="17116"/>
                    <a:pt x="7903" y="15384"/>
                    <a:pt x="8602" y="13742"/>
                  </a:cubicBezTo>
                  <a:cubicBezTo>
                    <a:pt x="9727" y="10946"/>
                    <a:pt x="10730" y="8058"/>
                    <a:pt x="11125" y="5080"/>
                  </a:cubicBezTo>
                  <a:cubicBezTo>
                    <a:pt x="11368" y="3317"/>
                    <a:pt x="11156" y="1159"/>
                    <a:pt x="9575" y="368"/>
                  </a:cubicBezTo>
                  <a:cubicBezTo>
                    <a:pt x="9053" y="114"/>
                    <a:pt x="8546" y="1"/>
                    <a:pt x="806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5"/>
            <p:cNvSpPr/>
            <p:nvPr/>
          </p:nvSpPr>
          <p:spPr>
            <a:xfrm>
              <a:off x="1082130" y="2187633"/>
              <a:ext cx="856839" cy="873369"/>
            </a:xfrm>
            <a:custGeom>
              <a:avLst/>
              <a:gdLst/>
              <a:ahLst/>
              <a:cxnLst/>
              <a:rect l="l" t="t" r="r" b="b"/>
              <a:pathLst>
                <a:path w="26020" h="26522" extrusionOk="0">
                  <a:moveTo>
                    <a:pt x="15419" y="1"/>
                  </a:moveTo>
                  <a:cubicBezTo>
                    <a:pt x="13866" y="1"/>
                    <a:pt x="12599" y="837"/>
                    <a:pt x="11095" y="1293"/>
                  </a:cubicBezTo>
                  <a:cubicBezTo>
                    <a:pt x="9302" y="1841"/>
                    <a:pt x="7357" y="1901"/>
                    <a:pt x="5655" y="2783"/>
                  </a:cubicBezTo>
                  <a:cubicBezTo>
                    <a:pt x="5594" y="2813"/>
                    <a:pt x="5533" y="2844"/>
                    <a:pt x="5472" y="2874"/>
                  </a:cubicBezTo>
                  <a:cubicBezTo>
                    <a:pt x="4651" y="3300"/>
                    <a:pt x="3588" y="3999"/>
                    <a:pt x="3162" y="4759"/>
                  </a:cubicBezTo>
                  <a:cubicBezTo>
                    <a:pt x="2645" y="5731"/>
                    <a:pt x="2250" y="6825"/>
                    <a:pt x="1764" y="7828"/>
                  </a:cubicBezTo>
                  <a:cubicBezTo>
                    <a:pt x="1582" y="8224"/>
                    <a:pt x="1" y="11719"/>
                    <a:pt x="366" y="11962"/>
                  </a:cubicBezTo>
                  <a:cubicBezTo>
                    <a:pt x="2341" y="13391"/>
                    <a:pt x="4317" y="14941"/>
                    <a:pt x="6597" y="15823"/>
                  </a:cubicBezTo>
                  <a:cubicBezTo>
                    <a:pt x="6688" y="15853"/>
                    <a:pt x="6232" y="17525"/>
                    <a:pt x="6202" y="17677"/>
                  </a:cubicBezTo>
                  <a:cubicBezTo>
                    <a:pt x="6050" y="18315"/>
                    <a:pt x="5898" y="18923"/>
                    <a:pt x="5776" y="19561"/>
                  </a:cubicBezTo>
                  <a:cubicBezTo>
                    <a:pt x="5533" y="20807"/>
                    <a:pt x="5320" y="22054"/>
                    <a:pt x="5107" y="23330"/>
                  </a:cubicBezTo>
                  <a:cubicBezTo>
                    <a:pt x="4986" y="24029"/>
                    <a:pt x="4864" y="24728"/>
                    <a:pt x="4743" y="25428"/>
                  </a:cubicBezTo>
                  <a:cubicBezTo>
                    <a:pt x="4712" y="25731"/>
                    <a:pt x="14652" y="26400"/>
                    <a:pt x="15564" y="26400"/>
                  </a:cubicBezTo>
                  <a:cubicBezTo>
                    <a:pt x="16524" y="26411"/>
                    <a:pt x="17690" y="26521"/>
                    <a:pt x="18861" y="26521"/>
                  </a:cubicBezTo>
                  <a:cubicBezTo>
                    <a:pt x="20875" y="26521"/>
                    <a:pt x="22903" y="26196"/>
                    <a:pt x="23922" y="24485"/>
                  </a:cubicBezTo>
                  <a:cubicBezTo>
                    <a:pt x="24287" y="23847"/>
                    <a:pt x="24469" y="23148"/>
                    <a:pt x="24652" y="22418"/>
                  </a:cubicBezTo>
                  <a:cubicBezTo>
                    <a:pt x="25503" y="18710"/>
                    <a:pt x="26020" y="14850"/>
                    <a:pt x="25959" y="11020"/>
                  </a:cubicBezTo>
                  <a:cubicBezTo>
                    <a:pt x="25959" y="7980"/>
                    <a:pt x="24925" y="5002"/>
                    <a:pt x="22494" y="2996"/>
                  </a:cubicBezTo>
                  <a:cubicBezTo>
                    <a:pt x="22342" y="2874"/>
                    <a:pt x="22159" y="2752"/>
                    <a:pt x="22007" y="2600"/>
                  </a:cubicBezTo>
                  <a:cubicBezTo>
                    <a:pt x="21126" y="1993"/>
                    <a:pt x="20123" y="1506"/>
                    <a:pt x="19120" y="1081"/>
                  </a:cubicBezTo>
                  <a:cubicBezTo>
                    <a:pt x="18147" y="625"/>
                    <a:pt x="17144" y="199"/>
                    <a:pt x="16050" y="47"/>
                  </a:cubicBezTo>
                  <a:cubicBezTo>
                    <a:pt x="15834" y="15"/>
                    <a:pt x="15624" y="1"/>
                    <a:pt x="1541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5"/>
            <p:cNvSpPr/>
            <p:nvPr/>
          </p:nvSpPr>
          <p:spPr>
            <a:xfrm>
              <a:off x="1747787" y="2413173"/>
              <a:ext cx="223232" cy="618458"/>
            </a:xfrm>
            <a:custGeom>
              <a:avLst/>
              <a:gdLst/>
              <a:ahLst/>
              <a:cxnLst/>
              <a:rect l="l" t="t" r="r" b="b"/>
              <a:pathLst>
                <a:path w="6779" h="18781" extrusionOk="0">
                  <a:moveTo>
                    <a:pt x="2831" y="1"/>
                  </a:moveTo>
                  <a:cubicBezTo>
                    <a:pt x="2789" y="1"/>
                    <a:pt x="2747" y="3"/>
                    <a:pt x="2705" y="7"/>
                  </a:cubicBezTo>
                  <a:cubicBezTo>
                    <a:pt x="304" y="189"/>
                    <a:pt x="365" y="4627"/>
                    <a:pt x="243" y="6268"/>
                  </a:cubicBezTo>
                  <a:cubicBezTo>
                    <a:pt x="0" y="9186"/>
                    <a:pt x="152" y="12135"/>
                    <a:pt x="699" y="14992"/>
                  </a:cubicBezTo>
                  <a:cubicBezTo>
                    <a:pt x="912" y="16177"/>
                    <a:pt x="1246" y="17393"/>
                    <a:pt x="2128" y="18183"/>
                  </a:cubicBezTo>
                  <a:cubicBezTo>
                    <a:pt x="2576" y="18580"/>
                    <a:pt x="3161" y="18781"/>
                    <a:pt x="3744" y="18781"/>
                  </a:cubicBezTo>
                  <a:cubicBezTo>
                    <a:pt x="4189" y="18781"/>
                    <a:pt x="4634" y="18663"/>
                    <a:pt x="5015" y="18427"/>
                  </a:cubicBezTo>
                  <a:cubicBezTo>
                    <a:pt x="5927" y="17879"/>
                    <a:pt x="5988" y="16968"/>
                    <a:pt x="6110" y="15964"/>
                  </a:cubicBezTo>
                  <a:cubicBezTo>
                    <a:pt x="6778" y="11527"/>
                    <a:pt x="6292" y="6967"/>
                    <a:pt x="5593" y="2590"/>
                  </a:cubicBezTo>
                  <a:cubicBezTo>
                    <a:pt x="5532" y="2256"/>
                    <a:pt x="5471" y="1952"/>
                    <a:pt x="5350" y="1679"/>
                  </a:cubicBezTo>
                  <a:cubicBezTo>
                    <a:pt x="5137" y="1253"/>
                    <a:pt x="4742" y="979"/>
                    <a:pt x="4377" y="706"/>
                  </a:cubicBezTo>
                  <a:cubicBezTo>
                    <a:pt x="3924" y="366"/>
                    <a:pt x="3393" y="1"/>
                    <a:pt x="283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5"/>
            <p:cNvSpPr/>
            <p:nvPr/>
          </p:nvSpPr>
          <p:spPr>
            <a:xfrm>
              <a:off x="1658678" y="2181541"/>
              <a:ext cx="325348" cy="462074"/>
            </a:xfrm>
            <a:custGeom>
              <a:avLst/>
              <a:gdLst/>
              <a:ahLst/>
              <a:cxnLst/>
              <a:rect l="l" t="t" r="r" b="b"/>
              <a:pathLst>
                <a:path w="9880" h="14032" extrusionOk="0">
                  <a:moveTo>
                    <a:pt x="2651" y="0"/>
                  </a:moveTo>
                  <a:cubicBezTo>
                    <a:pt x="2101" y="0"/>
                    <a:pt x="1569" y="39"/>
                    <a:pt x="1308" y="141"/>
                  </a:cubicBezTo>
                  <a:cubicBezTo>
                    <a:pt x="548" y="445"/>
                    <a:pt x="1095" y="1174"/>
                    <a:pt x="791" y="1904"/>
                  </a:cubicBezTo>
                  <a:cubicBezTo>
                    <a:pt x="457" y="2664"/>
                    <a:pt x="366" y="3485"/>
                    <a:pt x="305" y="4305"/>
                  </a:cubicBezTo>
                  <a:cubicBezTo>
                    <a:pt x="31" y="7193"/>
                    <a:pt x="183" y="10020"/>
                    <a:pt x="1" y="12877"/>
                  </a:cubicBezTo>
                  <a:cubicBezTo>
                    <a:pt x="1612" y="13090"/>
                    <a:pt x="3223" y="13272"/>
                    <a:pt x="4834" y="13485"/>
                  </a:cubicBezTo>
                  <a:cubicBezTo>
                    <a:pt x="6506" y="13667"/>
                    <a:pt x="8208" y="13849"/>
                    <a:pt x="9879" y="14032"/>
                  </a:cubicBezTo>
                  <a:cubicBezTo>
                    <a:pt x="9515" y="10992"/>
                    <a:pt x="9028" y="7983"/>
                    <a:pt x="8360" y="5035"/>
                  </a:cubicBezTo>
                  <a:cubicBezTo>
                    <a:pt x="7843" y="2725"/>
                    <a:pt x="6688" y="658"/>
                    <a:pt x="4195" y="111"/>
                  </a:cubicBezTo>
                  <a:cubicBezTo>
                    <a:pt x="3878" y="47"/>
                    <a:pt x="3253" y="0"/>
                    <a:pt x="26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5"/>
            <p:cNvSpPr/>
            <p:nvPr/>
          </p:nvSpPr>
          <p:spPr>
            <a:xfrm>
              <a:off x="1493531" y="1854871"/>
              <a:ext cx="342340" cy="408760"/>
            </a:xfrm>
            <a:custGeom>
              <a:avLst/>
              <a:gdLst/>
              <a:ahLst/>
              <a:cxnLst/>
              <a:rect l="l" t="t" r="r" b="b"/>
              <a:pathLst>
                <a:path w="10396" h="12413" extrusionOk="0">
                  <a:moveTo>
                    <a:pt x="7691" y="0"/>
                  </a:moveTo>
                  <a:cubicBezTo>
                    <a:pt x="7540" y="22"/>
                    <a:pt x="7405" y="43"/>
                    <a:pt x="7274" y="43"/>
                  </a:cubicBezTo>
                  <a:cubicBezTo>
                    <a:pt x="7220" y="43"/>
                    <a:pt x="7167" y="39"/>
                    <a:pt x="7113" y="30"/>
                  </a:cubicBezTo>
                  <a:cubicBezTo>
                    <a:pt x="6971" y="30"/>
                    <a:pt x="6829" y="17"/>
                    <a:pt x="6688" y="17"/>
                  </a:cubicBezTo>
                  <a:cubicBezTo>
                    <a:pt x="6617" y="17"/>
                    <a:pt x="6546" y="20"/>
                    <a:pt x="6475" y="30"/>
                  </a:cubicBezTo>
                  <a:cubicBezTo>
                    <a:pt x="5654" y="61"/>
                    <a:pt x="4864" y="334"/>
                    <a:pt x="4165" y="790"/>
                  </a:cubicBezTo>
                  <a:cubicBezTo>
                    <a:pt x="3435" y="1246"/>
                    <a:pt x="2615" y="2097"/>
                    <a:pt x="2250" y="2888"/>
                  </a:cubicBezTo>
                  <a:cubicBezTo>
                    <a:pt x="1824" y="3860"/>
                    <a:pt x="1824" y="5319"/>
                    <a:pt x="1794" y="6383"/>
                  </a:cubicBezTo>
                  <a:cubicBezTo>
                    <a:pt x="1764" y="8116"/>
                    <a:pt x="1976" y="10973"/>
                    <a:pt x="1" y="11642"/>
                  </a:cubicBezTo>
                  <a:cubicBezTo>
                    <a:pt x="1364" y="12155"/>
                    <a:pt x="2817" y="12412"/>
                    <a:pt x="4268" y="12412"/>
                  </a:cubicBezTo>
                  <a:cubicBezTo>
                    <a:pt x="5050" y="12412"/>
                    <a:pt x="5830" y="12338"/>
                    <a:pt x="6596" y="12189"/>
                  </a:cubicBezTo>
                  <a:cubicBezTo>
                    <a:pt x="6444" y="11672"/>
                    <a:pt x="6505" y="11186"/>
                    <a:pt x="6596" y="10639"/>
                  </a:cubicBezTo>
                  <a:cubicBezTo>
                    <a:pt x="6688" y="10091"/>
                    <a:pt x="6688" y="10091"/>
                    <a:pt x="7235" y="10031"/>
                  </a:cubicBezTo>
                  <a:cubicBezTo>
                    <a:pt x="8055" y="9909"/>
                    <a:pt x="8755" y="9484"/>
                    <a:pt x="9210" y="8784"/>
                  </a:cubicBezTo>
                  <a:cubicBezTo>
                    <a:pt x="10214" y="7325"/>
                    <a:pt x="10214" y="5380"/>
                    <a:pt x="10305" y="3708"/>
                  </a:cubicBezTo>
                  <a:cubicBezTo>
                    <a:pt x="10335" y="2796"/>
                    <a:pt x="10396" y="1885"/>
                    <a:pt x="10092" y="1064"/>
                  </a:cubicBezTo>
                  <a:cubicBezTo>
                    <a:pt x="10001" y="821"/>
                    <a:pt x="9910" y="578"/>
                    <a:pt x="9697" y="426"/>
                  </a:cubicBezTo>
                  <a:cubicBezTo>
                    <a:pt x="9514" y="243"/>
                    <a:pt x="9241" y="182"/>
                    <a:pt x="8967" y="122"/>
                  </a:cubicBezTo>
                  <a:cubicBezTo>
                    <a:pt x="8542" y="30"/>
                    <a:pt x="8116" y="0"/>
                    <a:pt x="769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5"/>
            <p:cNvSpPr/>
            <p:nvPr/>
          </p:nvSpPr>
          <p:spPr>
            <a:xfrm>
              <a:off x="1518558" y="1774982"/>
              <a:ext cx="359365" cy="321792"/>
            </a:xfrm>
            <a:custGeom>
              <a:avLst/>
              <a:gdLst/>
              <a:ahLst/>
              <a:cxnLst/>
              <a:rect l="l" t="t" r="r" b="b"/>
              <a:pathLst>
                <a:path w="10913" h="9772" extrusionOk="0">
                  <a:moveTo>
                    <a:pt x="6385" y="1"/>
                  </a:moveTo>
                  <a:cubicBezTo>
                    <a:pt x="5916" y="1"/>
                    <a:pt x="5451" y="189"/>
                    <a:pt x="5137" y="542"/>
                  </a:cubicBezTo>
                  <a:cubicBezTo>
                    <a:pt x="4925" y="754"/>
                    <a:pt x="4742" y="1028"/>
                    <a:pt x="4499" y="1149"/>
                  </a:cubicBezTo>
                  <a:cubicBezTo>
                    <a:pt x="4288" y="1245"/>
                    <a:pt x="4039" y="1270"/>
                    <a:pt x="3778" y="1270"/>
                  </a:cubicBezTo>
                  <a:cubicBezTo>
                    <a:pt x="3489" y="1270"/>
                    <a:pt x="3185" y="1239"/>
                    <a:pt x="2896" y="1239"/>
                  </a:cubicBezTo>
                  <a:cubicBezTo>
                    <a:pt x="2282" y="1239"/>
                    <a:pt x="1741" y="1378"/>
                    <a:pt x="1581" y="2244"/>
                  </a:cubicBezTo>
                  <a:cubicBezTo>
                    <a:pt x="1551" y="2456"/>
                    <a:pt x="1551" y="2700"/>
                    <a:pt x="1429" y="2912"/>
                  </a:cubicBezTo>
                  <a:cubicBezTo>
                    <a:pt x="1338" y="3034"/>
                    <a:pt x="1186" y="3125"/>
                    <a:pt x="1034" y="3186"/>
                  </a:cubicBezTo>
                  <a:cubicBezTo>
                    <a:pt x="943" y="3247"/>
                    <a:pt x="821" y="3308"/>
                    <a:pt x="700" y="3399"/>
                  </a:cubicBezTo>
                  <a:cubicBezTo>
                    <a:pt x="487" y="3520"/>
                    <a:pt x="274" y="3703"/>
                    <a:pt x="213" y="3946"/>
                  </a:cubicBezTo>
                  <a:cubicBezTo>
                    <a:pt x="0" y="4615"/>
                    <a:pt x="852" y="5283"/>
                    <a:pt x="608" y="5952"/>
                  </a:cubicBezTo>
                  <a:cubicBezTo>
                    <a:pt x="578" y="6074"/>
                    <a:pt x="487" y="6165"/>
                    <a:pt x="426" y="6286"/>
                  </a:cubicBezTo>
                  <a:cubicBezTo>
                    <a:pt x="61" y="6894"/>
                    <a:pt x="304" y="7593"/>
                    <a:pt x="304" y="8262"/>
                  </a:cubicBezTo>
                  <a:cubicBezTo>
                    <a:pt x="304" y="8900"/>
                    <a:pt x="183" y="9569"/>
                    <a:pt x="973" y="9751"/>
                  </a:cubicBezTo>
                  <a:cubicBezTo>
                    <a:pt x="1045" y="9765"/>
                    <a:pt x="1115" y="9772"/>
                    <a:pt x="1183" y="9772"/>
                  </a:cubicBezTo>
                  <a:cubicBezTo>
                    <a:pt x="1857" y="9772"/>
                    <a:pt x="2316" y="9124"/>
                    <a:pt x="2675" y="8627"/>
                  </a:cubicBezTo>
                  <a:cubicBezTo>
                    <a:pt x="3070" y="8140"/>
                    <a:pt x="3526" y="7745"/>
                    <a:pt x="4043" y="7411"/>
                  </a:cubicBezTo>
                  <a:cubicBezTo>
                    <a:pt x="4377" y="7168"/>
                    <a:pt x="4742" y="6985"/>
                    <a:pt x="4955" y="6621"/>
                  </a:cubicBezTo>
                  <a:cubicBezTo>
                    <a:pt x="5289" y="6074"/>
                    <a:pt x="5259" y="5374"/>
                    <a:pt x="5776" y="4979"/>
                  </a:cubicBezTo>
                  <a:cubicBezTo>
                    <a:pt x="6025" y="4796"/>
                    <a:pt x="6319" y="4748"/>
                    <a:pt x="6626" y="4748"/>
                  </a:cubicBezTo>
                  <a:cubicBezTo>
                    <a:pt x="6963" y="4748"/>
                    <a:pt x="7315" y="4805"/>
                    <a:pt x="7643" y="4805"/>
                  </a:cubicBezTo>
                  <a:cubicBezTo>
                    <a:pt x="7711" y="4805"/>
                    <a:pt x="7777" y="4803"/>
                    <a:pt x="7843" y="4797"/>
                  </a:cubicBezTo>
                  <a:cubicBezTo>
                    <a:pt x="9210" y="4706"/>
                    <a:pt x="10730" y="3703"/>
                    <a:pt x="10852" y="2244"/>
                  </a:cubicBezTo>
                  <a:cubicBezTo>
                    <a:pt x="10913" y="1514"/>
                    <a:pt x="10609" y="785"/>
                    <a:pt x="10092" y="329"/>
                  </a:cubicBezTo>
                  <a:cubicBezTo>
                    <a:pt x="9909" y="177"/>
                    <a:pt x="9727" y="55"/>
                    <a:pt x="9514" y="25"/>
                  </a:cubicBezTo>
                  <a:cubicBezTo>
                    <a:pt x="9477" y="17"/>
                    <a:pt x="9440" y="14"/>
                    <a:pt x="9402" y="14"/>
                  </a:cubicBezTo>
                  <a:cubicBezTo>
                    <a:pt x="9130" y="14"/>
                    <a:pt x="8843" y="188"/>
                    <a:pt x="8602" y="268"/>
                  </a:cubicBezTo>
                  <a:cubicBezTo>
                    <a:pt x="8357" y="335"/>
                    <a:pt x="8111" y="435"/>
                    <a:pt x="7865" y="435"/>
                  </a:cubicBezTo>
                  <a:cubicBezTo>
                    <a:pt x="7777" y="435"/>
                    <a:pt x="7688" y="422"/>
                    <a:pt x="7599" y="390"/>
                  </a:cubicBezTo>
                  <a:cubicBezTo>
                    <a:pt x="7447" y="329"/>
                    <a:pt x="7295" y="238"/>
                    <a:pt x="7143" y="177"/>
                  </a:cubicBezTo>
                  <a:cubicBezTo>
                    <a:pt x="6906" y="58"/>
                    <a:pt x="6645" y="1"/>
                    <a:pt x="638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5"/>
            <p:cNvSpPr/>
            <p:nvPr/>
          </p:nvSpPr>
          <p:spPr>
            <a:xfrm>
              <a:off x="1591631" y="1982476"/>
              <a:ext cx="94114" cy="90064"/>
            </a:xfrm>
            <a:custGeom>
              <a:avLst/>
              <a:gdLst/>
              <a:ahLst/>
              <a:cxnLst/>
              <a:rect l="l" t="t" r="r" b="b"/>
              <a:pathLst>
                <a:path w="2858" h="2735" extrusionOk="0">
                  <a:moveTo>
                    <a:pt x="1515" y="0"/>
                  </a:moveTo>
                  <a:cubicBezTo>
                    <a:pt x="1157" y="0"/>
                    <a:pt x="795" y="123"/>
                    <a:pt x="517" y="350"/>
                  </a:cubicBezTo>
                  <a:cubicBezTo>
                    <a:pt x="456" y="411"/>
                    <a:pt x="396" y="472"/>
                    <a:pt x="335" y="532"/>
                  </a:cubicBezTo>
                  <a:cubicBezTo>
                    <a:pt x="122" y="806"/>
                    <a:pt x="0" y="1171"/>
                    <a:pt x="31" y="1536"/>
                  </a:cubicBezTo>
                  <a:cubicBezTo>
                    <a:pt x="92" y="2113"/>
                    <a:pt x="608" y="2630"/>
                    <a:pt x="1155" y="2721"/>
                  </a:cubicBezTo>
                  <a:cubicBezTo>
                    <a:pt x="1214" y="2730"/>
                    <a:pt x="1273" y="2734"/>
                    <a:pt x="1332" y="2734"/>
                  </a:cubicBezTo>
                  <a:cubicBezTo>
                    <a:pt x="1673" y="2734"/>
                    <a:pt x="2016" y="2589"/>
                    <a:pt x="2250" y="2356"/>
                  </a:cubicBezTo>
                  <a:cubicBezTo>
                    <a:pt x="2736" y="1870"/>
                    <a:pt x="2858" y="806"/>
                    <a:pt x="2310" y="289"/>
                  </a:cubicBezTo>
                  <a:cubicBezTo>
                    <a:pt x="2158" y="137"/>
                    <a:pt x="1946" y="46"/>
                    <a:pt x="1733" y="16"/>
                  </a:cubicBezTo>
                  <a:cubicBezTo>
                    <a:pt x="1661" y="5"/>
                    <a:pt x="1588" y="0"/>
                    <a:pt x="151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5"/>
            <p:cNvSpPr/>
            <p:nvPr/>
          </p:nvSpPr>
          <p:spPr>
            <a:xfrm>
              <a:off x="966050" y="2845023"/>
              <a:ext cx="851800" cy="220829"/>
            </a:xfrm>
            <a:custGeom>
              <a:avLst/>
              <a:gdLst/>
              <a:ahLst/>
              <a:cxnLst/>
              <a:rect l="l" t="t" r="r" b="b"/>
              <a:pathLst>
                <a:path w="25867" h="6706" extrusionOk="0">
                  <a:moveTo>
                    <a:pt x="6131" y="1"/>
                  </a:moveTo>
                  <a:cubicBezTo>
                    <a:pt x="5255" y="1"/>
                    <a:pt x="4384" y="100"/>
                    <a:pt x="3526" y="328"/>
                  </a:cubicBezTo>
                  <a:cubicBezTo>
                    <a:pt x="1337" y="905"/>
                    <a:pt x="0" y="2729"/>
                    <a:pt x="1520" y="4796"/>
                  </a:cubicBezTo>
                  <a:cubicBezTo>
                    <a:pt x="2142" y="5640"/>
                    <a:pt x="3040" y="5754"/>
                    <a:pt x="4000" y="5754"/>
                  </a:cubicBezTo>
                  <a:cubicBezTo>
                    <a:pt x="4354" y="5754"/>
                    <a:pt x="4716" y="5738"/>
                    <a:pt x="5076" y="5738"/>
                  </a:cubicBezTo>
                  <a:cubicBezTo>
                    <a:pt x="8663" y="5829"/>
                    <a:pt x="12250" y="5768"/>
                    <a:pt x="15836" y="6194"/>
                  </a:cubicBezTo>
                  <a:cubicBezTo>
                    <a:pt x="16140" y="6224"/>
                    <a:pt x="16475" y="6255"/>
                    <a:pt x="16778" y="6316"/>
                  </a:cubicBezTo>
                  <a:cubicBezTo>
                    <a:pt x="18430" y="6501"/>
                    <a:pt x="20166" y="6705"/>
                    <a:pt x="21871" y="6705"/>
                  </a:cubicBezTo>
                  <a:cubicBezTo>
                    <a:pt x="23242" y="6705"/>
                    <a:pt x="24594" y="6573"/>
                    <a:pt x="25867" y="6194"/>
                  </a:cubicBezTo>
                  <a:cubicBezTo>
                    <a:pt x="25411" y="5556"/>
                    <a:pt x="24955" y="4887"/>
                    <a:pt x="24347" y="4340"/>
                  </a:cubicBezTo>
                  <a:cubicBezTo>
                    <a:pt x="23769" y="3793"/>
                    <a:pt x="23040" y="3367"/>
                    <a:pt x="22250" y="3246"/>
                  </a:cubicBezTo>
                  <a:cubicBezTo>
                    <a:pt x="22118" y="3227"/>
                    <a:pt x="21986" y="3220"/>
                    <a:pt x="21854" y="3220"/>
                  </a:cubicBezTo>
                  <a:cubicBezTo>
                    <a:pt x="21560" y="3220"/>
                    <a:pt x="21267" y="3255"/>
                    <a:pt x="20973" y="3276"/>
                  </a:cubicBezTo>
                  <a:cubicBezTo>
                    <a:pt x="20295" y="3361"/>
                    <a:pt x="19408" y="3708"/>
                    <a:pt x="18700" y="3708"/>
                  </a:cubicBezTo>
                  <a:cubicBezTo>
                    <a:pt x="18646" y="3708"/>
                    <a:pt x="18593" y="3706"/>
                    <a:pt x="18541" y="3702"/>
                  </a:cubicBezTo>
                  <a:cubicBezTo>
                    <a:pt x="17934" y="3641"/>
                    <a:pt x="17113" y="3124"/>
                    <a:pt x="16535" y="2881"/>
                  </a:cubicBezTo>
                  <a:cubicBezTo>
                    <a:pt x="13339" y="1637"/>
                    <a:pt x="9693" y="1"/>
                    <a:pt x="613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5"/>
            <p:cNvSpPr/>
            <p:nvPr/>
          </p:nvSpPr>
          <p:spPr>
            <a:xfrm>
              <a:off x="1827842" y="2216612"/>
              <a:ext cx="473632" cy="720475"/>
            </a:xfrm>
            <a:custGeom>
              <a:avLst/>
              <a:gdLst/>
              <a:ahLst/>
              <a:cxnLst/>
              <a:rect l="l" t="t" r="r" b="b"/>
              <a:pathLst>
                <a:path w="14383" h="21879" extrusionOk="0">
                  <a:moveTo>
                    <a:pt x="13375" y="2906"/>
                  </a:moveTo>
                  <a:cubicBezTo>
                    <a:pt x="13375" y="2936"/>
                    <a:pt x="13344" y="2967"/>
                    <a:pt x="13344" y="2967"/>
                  </a:cubicBezTo>
                  <a:cubicBezTo>
                    <a:pt x="13223" y="3301"/>
                    <a:pt x="12889" y="3514"/>
                    <a:pt x="12615" y="3696"/>
                  </a:cubicBezTo>
                  <a:cubicBezTo>
                    <a:pt x="12463" y="3787"/>
                    <a:pt x="12281" y="3879"/>
                    <a:pt x="12098" y="4000"/>
                  </a:cubicBezTo>
                  <a:cubicBezTo>
                    <a:pt x="12007" y="4091"/>
                    <a:pt x="11885" y="4152"/>
                    <a:pt x="11764" y="4243"/>
                  </a:cubicBezTo>
                  <a:cubicBezTo>
                    <a:pt x="11764" y="4152"/>
                    <a:pt x="11764" y="4091"/>
                    <a:pt x="11733" y="4000"/>
                  </a:cubicBezTo>
                  <a:lnTo>
                    <a:pt x="11764" y="4000"/>
                  </a:lnTo>
                  <a:cubicBezTo>
                    <a:pt x="12007" y="3818"/>
                    <a:pt x="12311" y="3696"/>
                    <a:pt x="12585" y="3514"/>
                  </a:cubicBezTo>
                  <a:cubicBezTo>
                    <a:pt x="12706" y="3423"/>
                    <a:pt x="12858" y="3331"/>
                    <a:pt x="13010" y="3210"/>
                  </a:cubicBezTo>
                  <a:cubicBezTo>
                    <a:pt x="13101" y="3119"/>
                    <a:pt x="13314" y="3027"/>
                    <a:pt x="13375" y="2906"/>
                  </a:cubicBezTo>
                  <a:close/>
                  <a:moveTo>
                    <a:pt x="11997" y="0"/>
                  </a:moveTo>
                  <a:cubicBezTo>
                    <a:pt x="11861" y="0"/>
                    <a:pt x="11710" y="66"/>
                    <a:pt x="11582" y="231"/>
                  </a:cubicBezTo>
                  <a:cubicBezTo>
                    <a:pt x="11278" y="535"/>
                    <a:pt x="9332" y="2328"/>
                    <a:pt x="8937" y="2480"/>
                  </a:cubicBezTo>
                  <a:cubicBezTo>
                    <a:pt x="8755" y="2572"/>
                    <a:pt x="8603" y="2632"/>
                    <a:pt x="8451" y="2723"/>
                  </a:cubicBezTo>
                  <a:cubicBezTo>
                    <a:pt x="8755" y="2298"/>
                    <a:pt x="8998" y="1842"/>
                    <a:pt x="9180" y="1325"/>
                  </a:cubicBezTo>
                  <a:cubicBezTo>
                    <a:pt x="9272" y="1033"/>
                    <a:pt x="9033" y="850"/>
                    <a:pt x="8796" y="850"/>
                  </a:cubicBezTo>
                  <a:cubicBezTo>
                    <a:pt x="8638" y="850"/>
                    <a:pt x="8481" y="931"/>
                    <a:pt x="8420" y="1113"/>
                  </a:cubicBezTo>
                  <a:cubicBezTo>
                    <a:pt x="8056" y="2116"/>
                    <a:pt x="7235" y="2875"/>
                    <a:pt x="6445" y="3544"/>
                  </a:cubicBezTo>
                  <a:cubicBezTo>
                    <a:pt x="5776" y="4122"/>
                    <a:pt x="5168" y="4851"/>
                    <a:pt x="4894" y="5702"/>
                  </a:cubicBezTo>
                  <a:cubicBezTo>
                    <a:pt x="4773" y="6097"/>
                    <a:pt x="4742" y="6553"/>
                    <a:pt x="4590" y="6948"/>
                  </a:cubicBezTo>
                  <a:cubicBezTo>
                    <a:pt x="4347" y="7708"/>
                    <a:pt x="4013" y="8438"/>
                    <a:pt x="3679" y="9167"/>
                  </a:cubicBezTo>
                  <a:cubicBezTo>
                    <a:pt x="3344" y="9958"/>
                    <a:pt x="3010" y="10748"/>
                    <a:pt x="2676" y="11538"/>
                  </a:cubicBezTo>
                  <a:cubicBezTo>
                    <a:pt x="2037" y="13119"/>
                    <a:pt x="1429" y="14730"/>
                    <a:pt x="882" y="16341"/>
                  </a:cubicBezTo>
                  <a:cubicBezTo>
                    <a:pt x="730" y="16736"/>
                    <a:pt x="578" y="17161"/>
                    <a:pt x="457" y="17557"/>
                  </a:cubicBezTo>
                  <a:cubicBezTo>
                    <a:pt x="214" y="18256"/>
                    <a:pt x="1" y="18924"/>
                    <a:pt x="1" y="19654"/>
                  </a:cubicBezTo>
                  <a:cubicBezTo>
                    <a:pt x="31" y="20383"/>
                    <a:pt x="305" y="21143"/>
                    <a:pt x="882" y="21538"/>
                  </a:cubicBezTo>
                  <a:cubicBezTo>
                    <a:pt x="1229" y="21779"/>
                    <a:pt x="1647" y="21878"/>
                    <a:pt x="2053" y="21878"/>
                  </a:cubicBezTo>
                  <a:cubicBezTo>
                    <a:pt x="2109" y="21878"/>
                    <a:pt x="2164" y="21876"/>
                    <a:pt x="2220" y="21873"/>
                  </a:cubicBezTo>
                  <a:cubicBezTo>
                    <a:pt x="3314" y="21842"/>
                    <a:pt x="4347" y="21174"/>
                    <a:pt x="5046" y="20323"/>
                  </a:cubicBezTo>
                  <a:cubicBezTo>
                    <a:pt x="5746" y="19471"/>
                    <a:pt x="6171" y="18438"/>
                    <a:pt x="6536" y="17374"/>
                  </a:cubicBezTo>
                  <a:cubicBezTo>
                    <a:pt x="7022" y="15946"/>
                    <a:pt x="6931" y="14547"/>
                    <a:pt x="7387" y="13119"/>
                  </a:cubicBezTo>
                  <a:cubicBezTo>
                    <a:pt x="7630" y="12420"/>
                    <a:pt x="7812" y="11721"/>
                    <a:pt x="7934" y="11021"/>
                  </a:cubicBezTo>
                  <a:lnTo>
                    <a:pt x="8481" y="8134"/>
                  </a:lnTo>
                  <a:cubicBezTo>
                    <a:pt x="8542" y="7860"/>
                    <a:pt x="8603" y="7617"/>
                    <a:pt x="8694" y="7374"/>
                  </a:cubicBezTo>
                  <a:cubicBezTo>
                    <a:pt x="8876" y="7070"/>
                    <a:pt x="9089" y="6979"/>
                    <a:pt x="9393" y="6827"/>
                  </a:cubicBezTo>
                  <a:cubicBezTo>
                    <a:pt x="10366" y="6280"/>
                    <a:pt x="11278" y="5611"/>
                    <a:pt x="12098" y="4851"/>
                  </a:cubicBezTo>
                  <a:cubicBezTo>
                    <a:pt x="12737" y="4274"/>
                    <a:pt x="13740" y="4122"/>
                    <a:pt x="14104" y="3179"/>
                  </a:cubicBezTo>
                  <a:cubicBezTo>
                    <a:pt x="14201" y="2891"/>
                    <a:pt x="13973" y="2716"/>
                    <a:pt x="13739" y="2716"/>
                  </a:cubicBezTo>
                  <a:cubicBezTo>
                    <a:pt x="13677" y="2716"/>
                    <a:pt x="13614" y="2729"/>
                    <a:pt x="13557" y="2754"/>
                  </a:cubicBezTo>
                  <a:cubicBezTo>
                    <a:pt x="13770" y="2541"/>
                    <a:pt x="13983" y="2328"/>
                    <a:pt x="14165" y="2085"/>
                  </a:cubicBezTo>
                  <a:cubicBezTo>
                    <a:pt x="14196" y="2055"/>
                    <a:pt x="14226" y="2024"/>
                    <a:pt x="14226" y="1994"/>
                  </a:cubicBezTo>
                  <a:cubicBezTo>
                    <a:pt x="14317" y="1842"/>
                    <a:pt x="14317" y="1660"/>
                    <a:pt x="14165" y="1538"/>
                  </a:cubicBezTo>
                  <a:lnTo>
                    <a:pt x="14165" y="1508"/>
                  </a:lnTo>
                  <a:cubicBezTo>
                    <a:pt x="14091" y="1434"/>
                    <a:pt x="13997" y="1400"/>
                    <a:pt x="13903" y="1400"/>
                  </a:cubicBezTo>
                  <a:cubicBezTo>
                    <a:pt x="13766" y="1400"/>
                    <a:pt x="13629" y="1472"/>
                    <a:pt x="13557" y="1599"/>
                  </a:cubicBezTo>
                  <a:cubicBezTo>
                    <a:pt x="13527" y="1599"/>
                    <a:pt x="13527" y="1599"/>
                    <a:pt x="13527" y="1629"/>
                  </a:cubicBezTo>
                  <a:cubicBezTo>
                    <a:pt x="13284" y="1994"/>
                    <a:pt x="12828" y="2359"/>
                    <a:pt x="12463" y="2632"/>
                  </a:cubicBezTo>
                  <a:cubicBezTo>
                    <a:pt x="12281" y="2784"/>
                    <a:pt x="12068" y="2906"/>
                    <a:pt x="11855" y="3027"/>
                  </a:cubicBezTo>
                  <a:cubicBezTo>
                    <a:pt x="11794" y="3088"/>
                    <a:pt x="11703" y="3119"/>
                    <a:pt x="11642" y="3179"/>
                  </a:cubicBezTo>
                  <a:lnTo>
                    <a:pt x="11551" y="3240"/>
                  </a:lnTo>
                  <a:cubicBezTo>
                    <a:pt x="11521" y="3210"/>
                    <a:pt x="11521" y="3210"/>
                    <a:pt x="11521" y="3179"/>
                  </a:cubicBezTo>
                  <a:cubicBezTo>
                    <a:pt x="11673" y="3058"/>
                    <a:pt x="11855" y="2936"/>
                    <a:pt x="12007" y="2784"/>
                  </a:cubicBezTo>
                  <a:cubicBezTo>
                    <a:pt x="12250" y="2602"/>
                    <a:pt x="12463" y="2389"/>
                    <a:pt x="12706" y="2207"/>
                  </a:cubicBezTo>
                  <a:cubicBezTo>
                    <a:pt x="13162" y="1812"/>
                    <a:pt x="13618" y="1416"/>
                    <a:pt x="14074" y="1021"/>
                  </a:cubicBezTo>
                  <a:cubicBezTo>
                    <a:pt x="14382" y="760"/>
                    <a:pt x="14117" y="370"/>
                    <a:pt x="13798" y="370"/>
                  </a:cubicBezTo>
                  <a:cubicBezTo>
                    <a:pt x="13708" y="370"/>
                    <a:pt x="13614" y="401"/>
                    <a:pt x="13527" y="474"/>
                  </a:cubicBezTo>
                  <a:cubicBezTo>
                    <a:pt x="12737" y="1173"/>
                    <a:pt x="11916" y="1842"/>
                    <a:pt x="11095" y="2541"/>
                  </a:cubicBezTo>
                  <a:cubicBezTo>
                    <a:pt x="11065" y="2511"/>
                    <a:pt x="10882" y="2389"/>
                    <a:pt x="10761" y="2298"/>
                  </a:cubicBezTo>
                  <a:cubicBezTo>
                    <a:pt x="10670" y="2268"/>
                    <a:pt x="10639" y="2146"/>
                    <a:pt x="10730" y="2055"/>
                  </a:cubicBezTo>
                  <a:lnTo>
                    <a:pt x="12281" y="626"/>
                  </a:lnTo>
                  <a:cubicBezTo>
                    <a:pt x="12556" y="350"/>
                    <a:pt x="12314" y="0"/>
                    <a:pt x="1199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5"/>
            <p:cNvSpPr/>
            <p:nvPr/>
          </p:nvSpPr>
          <p:spPr>
            <a:xfrm>
              <a:off x="1797809" y="2509462"/>
              <a:ext cx="77122" cy="205780"/>
            </a:xfrm>
            <a:custGeom>
              <a:avLst/>
              <a:gdLst/>
              <a:ahLst/>
              <a:cxnLst/>
              <a:rect l="l" t="t" r="r" b="b"/>
              <a:pathLst>
                <a:path w="2342" h="6249" extrusionOk="0">
                  <a:moveTo>
                    <a:pt x="426" y="1"/>
                  </a:moveTo>
                  <a:cubicBezTo>
                    <a:pt x="335" y="305"/>
                    <a:pt x="305" y="609"/>
                    <a:pt x="305" y="913"/>
                  </a:cubicBezTo>
                  <a:lnTo>
                    <a:pt x="1" y="6050"/>
                  </a:lnTo>
                  <a:cubicBezTo>
                    <a:pt x="52" y="6090"/>
                    <a:pt x="102" y="6104"/>
                    <a:pt x="154" y="6104"/>
                  </a:cubicBezTo>
                  <a:cubicBezTo>
                    <a:pt x="258" y="6104"/>
                    <a:pt x="366" y="6050"/>
                    <a:pt x="487" y="6050"/>
                  </a:cubicBezTo>
                  <a:cubicBezTo>
                    <a:pt x="700" y="6050"/>
                    <a:pt x="974" y="6110"/>
                    <a:pt x="1186" y="6141"/>
                  </a:cubicBezTo>
                  <a:cubicBezTo>
                    <a:pt x="1504" y="6165"/>
                    <a:pt x="1822" y="6249"/>
                    <a:pt x="2124" y="6249"/>
                  </a:cubicBezTo>
                  <a:cubicBezTo>
                    <a:pt x="2198" y="6249"/>
                    <a:pt x="2270" y="6244"/>
                    <a:pt x="2341" y="6232"/>
                  </a:cubicBezTo>
                  <a:cubicBezTo>
                    <a:pt x="2311" y="6201"/>
                    <a:pt x="2311" y="6201"/>
                    <a:pt x="2311" y="6201"/>
                  </a:cubicBezTo>
                  <a:cubicBezTo>
                    <a:pt x="1885" y="4469"/>
                    <a:pt x="1429" y="2736"/>
                    <a:pt x="852" y="1034"/>
                  </a:cubicBezTo>
                  <a:cubicBezTo>
                    <a:pt x="730" y="669"/>
                    <a:pt x="578" y="335"/>
                    <a:pt x="42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5"/>
            <p:cNvSpPr/>
            <p:nvPr/>
          </p:nvSpPr>
          <p:spPr>
            <a:xfrm>
              <a:off x="1662695" y="2170147"/>
              <a:ext cx="55092" cy="54104"/>
            </a:xfrm>
            <a:custGeom>
              <a:avLst/>
              <a:gdLst/>
              <a:ahLst/>
              <a:cxnLst/>
              <a:rect l="l" t="t" r="r" b="b"/>
              <a:pathLst>
                <a:path w="1673" h="1643" extrusionOk="0">
                  <a:moveTo>
                    <a:pt x="0" y="1"/>
                  </a:moveTo>
                  <a:cubicBezTo>
                    <a:pt x="0" y="31"/>
                    <a:pt x="31" y="61"/>
                    <a:pt x="31" y="61"/>
                  </a:cubicBezTo>
                  <a:cubicBezTo>
                    <a:pt x="61" y="92"/>
                    <a:pt x="61" y="122"/>
                    <a:pt x="92" y="153"/>
                  </a:cubicBezTo>
                  <a:cubicBezTo>
                    <a:pt x="183" y="305"/>
                    <a:pt x="274" y="426"/>
                    <a:pt x="365" y="548"/>
                  </a:cubicBezTo>
                  <a:cubicBezTo>
                    <a:pt x="578" y="791"/>
                    <a:pt x="1277" y="1551"/>
                    <a:pt x="1368" y="1642"/>
                  </a:cubicBezTo>
                  <a:cubicBezTo>
                    <a:pt x="1368" y="1520"/>
                    <a:pt x="1429" y="913"/>
                    <a:pt x="1642" y="609"/>
                  </a:cubicBezTo>
                  <a:cubicBezTo>
                    <a:pt x="1642" y="578"/>
                    <a:pt x="1672" y="548"/>
                    <a:pt x="1672" y="548"/>
                  </a:cubicBezTo>
                  <a:cubicBezTo>
                    <a:pt x="1095" y="457"/>
                    <a:pt x="487" y="305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5"/>
            <p:cNvSpPr/>
            <p:nvPr/>
          </p:nvSpPr>
          <p:spPr>
            <a:xfrm>
              <a:off x="2079101" y="2306281"/>
              <a:ext cx="26048" cy="59076"/>
            </a:xfrm>
            <a:custGeom>
              <a:avLst/>
              <a:gdLst/>
              <a:ahLst/>
              <a:cxnLst/>
              <a:rect l="l" t="t" r="r" b="b"/>
              <a:pathLst>
                <a:path w="791" h="1794" fill="none" extrusionOk="0">
                  <a:moveTo>
                    <a:pt x="790" y="0"/>
                  </a:moveTo>
                  <a:cubicBezTo>
                    <a:pt x="730" y="335"/>
                    <a:pt x="699" y="669"/>
                    <a:pt x="578" y="1004"/>
                  </a:cubicBezTo>
                  <a:cubicBezTo>
                    <a:pt x="486" y="1308"/>
                    <a:pt x="304" y="1611"/>
                    <a:pt x="0" y="1794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5"/>
            <p:cNvSpPr/>
            <p:nvPr/>
          </p:nvSpPr>
          <p:spPr>
            <a:xfrm>
              <a:off x="1610632" y="1999007"/>
              <a:ext cx="27068" cy="45048"/>
            </a:xfrm>
            <a:custGeom>
              <a:avLst/>
              <a:gdLst/>
              <a:ahLst/>
              <a:cxnLst/>
              <a:rect l="l" t="t" r="r" b="b"/>
              <a:pathLst>
                <a:path w="822" h="1368" fill="none" extrusionOk="0">
                  <a:moveTo>
                    <a:pt x="822" y="0"/>
                  </a:moveTo>
                  <a:cubicBezTo>
                    <a:pt x="518" y="91"/>
                    <a:pt x="244" y="274"/>
                    <a:pt x="122" y="517"/>
                  </a:cubicBezTo>
                  <a:cubicBezTo>
                    <a:pt x="1" y="790"/>
                    <a:pt x="31" y="1155"/>
                    <a:pt x="244" y="1368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5"/>
            <p:cNvSpPr/>
            <p:nvPr/>
          </p:nvSpPr>
          <p:spPr>
            <a:xfrm>
              <a:off x="753846" y="2324294"/>
              <a:ext cx="987933" cy="1243075"/>
            </a:xfrm>
            <a:custGeom>
              <a:avLst/>
              <a:gdLst/>
              <a:ahLst/>
              <a:cxnLst/>
              <a:rect l="l" t="t" r="r" b="b"/>
              <a:pathLst>
                <a:path w="30001" h="37749" extrusionOk="0">
                  <a:moveTo>
                    <a:pt x="5927" y="1"/>
                  </a:moveTo>
                  <a:cubicBezTo>
                    <a:pt x="5380" y="305"/>
                    <a:pt x="4863" y="669"/>
                    <a:pt x="4408" y="1095"/>
                  </a:cubicBezTo>
                  <a:cubicBezTo>
                    <a:pt x="2280" y="3040"/>
                    <a:pt x="1307" y="5928"/>
                    <a:pt x="821" y="8785"/>
                  </a:cubicBezTo>
                  <a:cubicBezTo>
                    <a:pt x="0" y="13314"/>
                    <a:pt x="335" y="19211"/>
                    <a:pt x="2006" y="24287"/>
                  </a:cubicBezTo>
                  <a:cubicBezTo>
                    <a:pt x="2857" y="26901"/>
                    <a:pt x="4104" y="29302"/>
                    <a:pt x="5715" y="31156"/>
                  </a:cubicBezTo>
                  <a:cubicBezTo>
                    <a:pt x="7478" y="33162"/>
                    <a:pt x="9909" y="34469"/>
                    <a:pt x="12402" y="35442"/>
                  </a:cubicBezTo>
                  <a:cubicBezTo>
                    <a:pt x="16301" y="36976"/>
                    <a:pt x="20485" y="37748"/>
                    <a:pt x="24669" y="37748"/>
                  </a:cubicBezTo>
                  <a:cubicBezTo>
                    <a:pt x="26453" y="37748"/>
                    <a:pt x="28238" y="37608"/>
                    <a:pt x="30001" y="37326"/>
                  </a:cubicBezTo>
                  <a:lnTo>
                    <a:pt x="30001" y="36566"/>
                  </a:lnTo>
                  <a:cubicBezTo>
                    <a:pt x="29028" y="36232"/>
                    <a:pt x="28055" y="35776"/>
                    <a:pt x="27144" y="35320"/>
                  </a:cubicBezTo>
                  <a:cubicBezTo>
                    <a:pt x="25381" y="34408"/>
                    <a:pt x="23739" y="33375"/>
                    <a:pt x="22128" y="32250"/>
                  </a:cubicBezTo>
                  <a:cubicBezTo>
                    <a:pt x="20669" y="31247"/>
                    <a:pt x="19271" y="30183"/>
                    <a:pt x="17873" y="29120"/>
                  </a:cubicBezTo>
                  <a:cubicBezTo>
                    <a:pt x="16414" y="28025"/>
                    <a:pt x="15076" y="26779"/>
                    <a:pt x="13861" y="25381"/>
                  </a:cubicBezTo>
                  <a:cubicBezTo>
                    <a:pt x="11551" y="22737"/>
                    <a:pt x="9818" y="19606"/>
                    <a:pt x="8602" y="16293"/>
                  </a:cubicBezTo>
                  <a:cubicBezTo>
                    <a:pt x="7386" y="12980"/>
                    <a:pt x="6687" y="9484"/>
                    <a:pt x="6292" y="5989"/>
                  </a:cubicBezTo>
                  <a:cubicBezTo>
                    <a:pt x="6079" y="3982"/>
                    <a:pt x="5958" y="2007"/>
                    <a:pt x="592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5"/>
            <p:cNvSpPr/>
            <p:nvPr/>
          </p:nvSpPr>
          <p:spPr>
            <a:xfrm>
              <a:off x="4073966" y="3054987"/>
              <a:ext cx="428452" cy="1382303"/>
            </a:xfrm>
            <a:custGeom>
              <a:avLst/>
              <a:gdLst/>
              <a:ahLst/>
              <a:cxnLst/>
              <a:rect l="l" t="t" r="r" b="b"/>
              <a:pathLst>
                <a:path w="13011" h="41977" fill="none" extrusionOk="0">
                  <a:moveTo>
                    <a:pt x="13010" y="41977"/>
                  </a:moveTo>
                  <a:lnTo>
                    <a:pt x="6901" y="152"/>
                  </a:lnTo>
                  <a:cubicBezTo>
                    <a:pt x="6901" y="0"/>
                    <a:pt x="6688" y="0"/>
                    <a:pt x="6657" y="152"/>
                  </a:cubicBezTo>
                  <a:lnTo>
                    <a:pt x="1" y="4197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5"/>
            <p:cNvSpPr/>
            <p:nvPr/>
          </p:nvSpPr>
          <p:spPr>
            <a:xfrm>
              <a:off x="671750" y="3054987"/>
              <a:ext cx="408431" cy="1382303"/>
            </a:xfrm>
            <a:custGeom>
              <a:avLst/>
              <a:gdLst/>
              <a:ahLst/>
              <a:cxnLst/>
              <a:rect l="l" t="t" r="r" b="b"/>
              <a:pathLst>
                <a:path w="12403" h="41977" fill="none" extrusionOk="0">
                  <a:moveTo>
                    <a:pt x="12402" y="41977"/>
                  </a:moveTo>
                  <a:lnTo>
                    <a:pt x="6597" y="152"/>
                  </a:lnTo>
                  <a:cubicBezTo>
                    <a:pt x="6566" y="0"/>
                    <a:pt x="6384" y="0"/>
                    <a:pt x="6353" y="152"/>
                  </a:cubicBezTo>
                  <a:lnTo>
                    <a:pt x="1" y="4197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5"/>
            <p:cNvSpPr/>
            <p:nvPr/>
          </p:nvSpPr>
          <p:spPr>
            <a:xfrm>
              <a:off x="750816" y="3016952"/>
              <a:ext cx="3674461" cy="61085"/>
            </a:xfrm>
            <a:custGeom>
              <a:avLst/>
              <a:gdLst/>
              <a:ahLst/>
              <a:cxnLst/>
              <a:rect l="l" t="t" r="r" b="b"/>
              <a:pathLst>
                <a:path w="111584" h="1855" extrusionOk="0">
                  <a:moveTo>
                    <a:pt x="1" y="0"/>
                  </a:moveTo>
                  <a:lnTo>
                    <a:pt x="1" y="1854"/>
                  </a:lnTo>
                  <a:lnTo>
                    <a:pt x="111584" y="1854"/>
                  </a:lnTo>
                  <a:lnTo>
                    <a:pt x="11158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5"/>
            <p:cNvSpPr/>
            <p:nvPr/>
          </p:nvSpPr>
          <p:spPr>
            <a:xfrm>
              <a:off x="2871838" y="2976909"/>
              <a:ext cx="866849" cy="40076"/>
            </a:xfrm>
            <a:custGeom>
              <a:avLst/>
              <a:gdLst/>
              <a:ahLst/>
              <a:cxnLst/>
              <a:rect l="l" t="t" r="r" b="b"/>
              <a:pathLst>
                <a:path w="26324" h="1217" extrusionOk="0">
                  <a:moveTo>
                    <a:pt x="578" y="1"/>
                  </a:moveTo>
                  <a:cubicBezTo>
                    <a:pt x="244" y="1"/>
                    <a:pt x="0" y="274"/>
                    <a:pt x="0" y="578"/>
                  </a:cubicBezTo>
                  <a:lnTo>
                    <a:pt x="0" y="639"/>
                  </a:lnTo>
                  <a:cubicBezTo>
                    <a:pt x="0" y="943"/>
                    <a:pt x="244" y="1216"/>
                    <a:pt x="578" y="1216"/>
                  </a:cubicBezTo>
                  <a:lnTo>
                    <a:pt x="25746" y="1216"/>
                  </a:lnTo>
                  <a:cubicBezTo>
                    <a:pt x="26080" y="1216"/>
                    <a:pt x="26323" y="943"/>
                    <a:pt x="26323" y="639"/>
                  </a:cubicBezTo>
                  <a:lnTo>
                    <a:pt x="26323" y="578"/>
                  </a:lnTo>
                  <a:cubicBezTo>
                    <a:pt x="26323" y="274"/>
                    <a:pt x="26080" y="1"/>
                    <a:pt x="2574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5"/>
            <p:cNvSpPr/>
            <p:nvPr/>
          </p:nvSpPr>
          <p:spPr>
            <a:xfrm>
              <a:off x="2802782" y="2564521"/>
              <a:ext cx="806785" cy="452458"/>
            </a:xfrm>
            <a:custGeom>
              <a:avLst/>
              <a:gdLst/>
              <a:ahLst/>
              <a:cxnLst/>
              <a:rect l="l" t="t" r="r" b="b"/>
              <a:pathLst>
                <a:path w="24500" h="13740" extrusionOk="0">
                  <a:moveTo>
                    <a:pt x="942" y="1"/>
                  </a:moveTo>
                  <a:cubicBezTo>
                    <a:pt x="395" y="1"/>
                    <a:pt x="0" y="487"/>
                    <a:pt x="91" y="1034"/>
                  </a:cubicBezTo>
                  <a:lnTo>
                    <a:pt x="2006" y="13739"/>
                  </a:lnTo>
                  <a:lnTo>
                    <a:pt x="24499" y="13739"/>
                  </a:lnTo>
                  <a:lnTo>
                    <a:pt x="22554" y="791"/>
                  </a:lnTo>
                  <a:cubicBezTo>
                    <a:pt x="22493" y="335"/>
                    <a:pt x="22098" y="1"/>
                    <a:pt x="2167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5"/>
            <p:cNvSpPr/>
            <p:nvPr/>
          </p:nvSpPr>
          <p:spPr>
            <a:xfrm>
              <a:off x="1503542" y="2979906"/>
              <a:ext cx="820813" cy="38067"/>
            </a:xfrm>
            <a:custGeom>
              <a:avLst/>
              <a:gdLst/>
              <a:ahLst/>
              <a:cxnLst/>
              <a:rect l="l" t="t" r="r" b="b"/>
              <a:pathLst>
                <a:path w="24926" h="1156" extrusionOk="0">
                  <a:moveTo>
                    <a:pt x="578" y="1"/>
                  </a:moveTo>
                  <a:cubicBezTo>
                    <a:pt x="274" y="1"/>
                    <a:pt x="1" y="274"/>
                    <a:pt x="1" y="578"/>
                  </a:cubicBezTo>
                  <a:cubicBezTo>
                    <a:pt x="1" y="882"/>
                    <a:pt x="274" y="1156"/>
                    <a:pt x="578" y="1156"/>
                  </a:cubicBezTo>
                  <a:lnTo>
                    <a:pt x="24378" y="1156"/>
                  </a:lnTo>
                  <a:cubicBezTo>
                    <a:pt x="24682" y="1156"/>
                    <a:pt x="24925" y="882"/>
                    <a:pt x="24925" y="578"/>
                  </a:cubicBezTo>
                  <a:cubicBezTo>
                    <a:pt x="24925" y="274"/>
                    <a:pt x="24682" y="1"/>
                    <a:pt x="2437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5"/>
            <p:cNvSpPr/>
            <p:nvPr/>
          </p:nvSpPr>
          <p:spPr>
            <a:xfrm>
              <a:off x="1625648" y="2590537"/>
              <a:ext cx="763745" cy="427431"/>
            </a:xfrm>
            <a:custGeom>
              <a:avLst/>
              <a:gdLst/>
              <a:ahLst/>
              <a:cxnLst/>
              <a:rect l="l" t="t" r="r" b="b"/>
              <a:pathLst>
                <a:path w="23193" h="12980" extrusionOk="0">
                  <a:moveTo>
                    <a:pt x="2706" y="1"/>
                  </a:moveTo>
                  <a:cubicBezTo>
                    <a:pt x="2280" y="1"/>
                    <a:pt x="1916" y="305"/>
                    <a:pt x="1855" y="730"/>
                  </a:cubicBezTo>
                  <a:lnTo>
                    <a:pt x="1" y="12980"/>
                  </a:lnTo>
                  <a:lnTo>
                    <a:pt x="21308" y="12980"/>
                  </a:lnTo>
                  <a:lnTo>
                    <a:pt x="23102" y="973"/>
                  </a:lnTo>
                  <a:cubicBezTo>
                    <a:pt x="23193" y="457"/>
                    <a:pt x="22798" y="1"/>
                    <a:pt x="2231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" name="Google Shape;453;p45"/>
          <p:cNvGrpSpPr/>
          <p:nvPr/>
        </p:nvGrpSpPr>
        <p:grpSpPr>
          <a:xfrm flipH="1">
            <a:off x="37270" y="2299256"/>
            <a:ext cx="920707" cy="2844252"/>
            <a:chOff x="2207201" y="1773500"/>
            <a:chExt cx="661665" cy="2044019"/>
          </a:xfrm>
        </p:grpSpPr>
        <p:sp>
          <p:nvSpPr>
            <p:cNvPr id="454" name="Google Shape;454;p45"/>
            <p:cNvSpPr/>
            <p:nvPr/>
          </p:nvSpPr>
          <p:spPr>
            <a:xfrm>
              <a:off x="2361349" y="1773500"/>
              <a:ext cx="507517" cy="1142111"/>
            </a:xfrm>
            <a:custGeom>
              <a:avLst/>
              <a:gdLst/>
              <a:ahLst/>
              <a:cxnLst/>
              <a:rect l="l" t="t" r="r" b="b"/>
              <a:pathLst>
                <a:path w="15412" h="34683" extrusionOk="0">
                  <a:moveTo>
                    <a:pt x="6626" y="4517"/>
                  </a:moveTo>
                  <a:cubicBezTo>
                    <a:pt x="7077" y="4517"/>
                    <a:pt x="7246" y="5616"/>
                    <a:pt x="7296" y="5936"/>
                  </a:cubicBezTo>
                  <a:cubicBezTo>
                    <a:pt x="7389" y="6704"/>
                    <a:pt x="7210" y="7004"/>
                    <a:pt x="6961" y="7004"/>
                  </a:cubicBezTo>
                  <a:cubicBezTo>
                    <a:pt x="6560" y="7004"/>
                    <a:pt x="5974" y="6222"/>
                    <a:pt x="6049" y="5359"/>
                  </a:cubicBezTo>
                  <a:cubicBezTo>
                    <a:pt x="6049" y="5359"/>
                    <a:pt x="6049" y="5359"/>
                    <a:pt x="6049" y="5328"/>
                  </a:cubicBezTo>
                  <a:cubicBezTo>
                    <a:pt x="6080" y="5116"/>
                    <a:pt x="6110" y="4872"/>
                    <a:pt x="6262" y="4720"/>
                  </a:cubicBezTo>
                  <a:cubicBezTo>
                    <a:pt x="6400" y="4576"/>
                    <a:pt x="6521" y="4517"/>
                    <a:pt x="6626" y="4517"/>
                  </a:cubicBezTo>
                  <a:close/>
                  <a:moveTo>
                    <a:pt x="11187" y="8259"/>
                  </a:moveTo>
                  <a:cubicBezTo>
                    <a:pt x="11412" y="8259"/>
                    <a:pt x="11540" y="8423"/>
                    <a:pt x="11429" y="8915"/>
                  </a:cubicBezTo>
                  <a:cubicBezTo>
                    <a:pt x="11156" y="10313"/>
                    <a:pt x="10153" y="11468"/>
                    <a:pt x="8937" y="12106"/>
                  </a:cubicBezTo>
                  <a:cubicBezTo>
                    <a:pt x="8694" y="12258"/>
                    <a:pt x="8420" y="12350"/>
                    <a:pt x="8147" y="12350"/>
                  </a:cubicBezTo>
                  <a:cubicBezTo>
                    <a:pt x="7873" y="12350"/>
                    <a:pt x="7569" y="12228"/>
                    <a:pt x="7478" y="11955"/>
                  </a:cubicBezTo>
                  <a:cubicBezTo>
                    <a:pt x="7356" y="11651"/>
                    <a:pt x="7508" y="11316"/>
                    <a:pt x="7660" y="11073"/>
                  </a:cubicBezTo>
                  <a:cubicBezTo>
                    <a:pt x="8268" y="10070"/>
                    <a:pt x="9089" y="9401"/>
                    <a:pt x="10031" y="8793"/>
                  </a:cubicBezTo>
                  <a:cubicBezTo>
                    <a:pt x="10321" y="8612"/>
                    <a:pt x="10858" y="8259"/>
                    <a:pt x="11187" y="8259"/>
                  </a:cubicBezTo>
                  <a:close/>
                  <a:moveTo>
                    <a:pt x="3739" y="14629"/>
                  </a:moveTo>
                  <a:cubicBezTo>
                    <a:pt x="5411" y="14660"/>
                    <a:pt x="5411" y="17304"/>
                    <a:pt x="5198" y="18733"/>
                  </a:cubicBezTo>
                  <a:cubicBezTo>
                    <a:pt x="5138" y="18976"/>
                    <a:pt x="5107" y="19189"/>
                    <a:pt x="5077" y="19341"/>
                  </a:cubicBezTo>
                  <a:cubicBezTo>
                    <a:pt x="5049" y="19479"/>
                    <a:pt x="4971" y="19618"/>
                    <a:pt x="4842" y="19618"/>
                  </a:cubicBezTo>
                  <a:cubicBezTo>
                    <a:pt x="4829" y="19618"/>
                    <a:pt x="4816" y="19617"/>
                    <a:pt x="4803" y="19614"/>
                  </a:cubicBezTo>
                  <a:cubicBezTo>
                    <a:pt x="4742" y="19614"/>
                    <a:pt x="4682" y="19523"/>
                    <a:pt x="4651" y="19462"/>
                  </a:cubicBezTo>
                  <a:cubicBezTo>
                    <a:pt x="3952" y="18246"/>
                    <a:pt x="3496" y="16909"/>
                    <a:pt x="3314" y="15511"/>
                  </a:cubicBezTo>
                  <a:cubicBezTo>
                    <a:pt x="3283" y="15328"/>
                    <a:pt x="3283" y="15146"/>
                    <a:pt x="3344" y="14964"/>
                  </a:cubicBezTo>
                  <a:cubicBezTo>
                    <a:pt x="3405" y="14781"/>
                    <a:pt x="3557" y="14629"/>
                    <a:pt x="3739" y="14629"/>
                  </a:cubicBezTo>
                  <a:close/>
                  <a:moveTo>
                    <a:pt x="8238" y="20830"/>
                  </a:moveTo>
                  <a:cubicBezTo>
                    <a:pt x="8299" y="20982"/>
                    <a:pt x="8359" y="21164"/>
                    <a:pt x="8390" y="21286"/>
                  </a:cubicBezTo>
                  <a:cubicBezTo>
                    <a:pt x="8451" y="21711"/>
                    <a:pt x="8390" y="22015"/>
                    <a:pt x="7904" y="22350"/>
                  </a:cubicBezTo>
                  <a:cubicBezTo>
                    <a:pt x="7630" y="22549"/>
                    <a:pt x="7049" y="22891"/>
                    <a:pt x="6615" y="22891"/>
                  </a:cubicBezTo>
                  <a:cubicBezTo>
                    <a:pt x="6519" y="22891"/>
                    <a:pt x="6430" y="22875"/>
                    <a:pt x="6353" y="22836"/>
                  </a:cubicBezTo>
                  <a:cubicBezTo>
                    <a:pt x="6171" y="22745"/>
                    <a:pt x="6049" y="22532"/>
                    <a:pt x="6080" y="22350"/>
                  </a:cubicBezTo>
                  <a:cubicBezTo>
                    <a:pt x="6080" y="22167"/>
                    <a:pt x="6201" y="21985"/>
                    <a:pt x="6323" y="21863"/>
                  </a:cubicBezTo>
                  <a:cubicBezTo>
                    <a:pt x="6809" y="21286"/>
                    <a:pt x="7508" y="20891"/>
                    <a:pt x="8238" y="20830"/>
                  </a:cubicBezTo>
                  <a:close/>
                  <a:moveTo>
                    <a:pt x="11135" y="1"/>
                  </a:moveTo>
                  <a:cubicBezTo>
                    <a:pt x="10928" y="1"/>
                    <a:pt x="10739" y="14"/>
                    <a:pt x="10578" y="39"/>
                  </a:cubicBezTo>
                  <a:cubicBezTo>
                    <a:pt x="6688" y="617"/>
                    <a:pt x="4682" y="3960"/>
                    <a:pt x="3010" y="7122"/>
                  </a:cubicBezTo>
                  <a:cubicBezTo>
                    <a:pt x="2979" y="7182"/>
                    <a:pt x="2949" y="7213"/>
                    <a:pt x="2979" y="7274"/>
                  </a:cubicBezTo>
                  <a:cubicBezTo>
                    <a:pt x="2979" y="7365"/>
                    <a:pt x="3040" y="7395"/>
                    <a:pt x="3101" y="7456"/>
                  </a:cubicBezTo>
                  <a:cubicBezTo>
                    <a:pt x="3770" y="8003"/>
                    <a:pt x="4195" y="8885"/>
                    <a:pt x="4226" y="9796"/>
                  </a:cubicBezTo>
                  <a:cubicBezTo>
                    <a:pt x="4226" y="9888"/>
                    <a:pt x="4195" y="9979"/>
                    <a:pt x="4165" y="10070"/>
                  </a:cubicBezTo>
                  <a:cubicBezTo>
                    <a:pt x="4095" y="10163"/>
                    <a:pt x="3972" y="10203"/>
                    <a:pt x="3850" y="10203"/>
                  </a:cubicBezTo>
                  <a:cubicBezTo>
                    <a:pt x="3813" y="10203"/>
                    <a:pt x="3775" y="10199"/>
                    <a:pt x="3739" y="10192"/>
                  </a:cubicBezTo>
                  <a:cubicBezTo>
                    <a:pt x="3618" y="10131"/>
                    <a:pt x="3496" y="10009"/>
                    <a:pt x="3405" y="9918"/>
                  </a:cubicBezTo>
                  <a:cubicBezTo>
                    <a:pt x="3040" y="9492"/>
                    <a:pt x="2827" y="9037"/>
                    <a:pt x="2645" y="8520"/>
                  </a:cubicBezTo>
                  <a:cubicBezTo>
                    <a:pt x="1490" y="10769"/>
                    <a:pt x="1125" y="14265"/>
                    <a:pt x="1399" y="16727"/>
                  </a:cubicBezTo>
                  <a:cubicBezTo>
                    <a:pt x="1551" y="18216"/>
                    <a:pt x="2098" y="19857"/>
                    <a:pt x="1976" y="21347"/>
                  </a:cubicBezTo>
                  <a:cubicBezTo>
                    <a:pt x="1855" y="23170"/>
                    <a:pt x="1095" y="24903"/>
                    <a:pt x="609" y="26666"/>
                  </a:cubicBezTo>
                  <a:cubicBezTo>
                    <a:pt x="61" y="28581"/>
                    <a:pt x="1" y="30709"/>
                    <a:pt x="396" y="32684"/>
                  </a:cubicBezTo>
                  <a:cubicBezTo>
                    <a:pt x="548" y="33414"/>
                    <a:pt x="913" y="34113"/>
                    <a:pt x="1581" y="34478"/>
                  </a:cubicBezTo>
                  <a:cubicBezTo>
                    <a:pt x="1821" y="34614"/>
                    <a:pt x="2103" y="34683"/>
                    <a:pt x="2384" y="34683"/>
                  </a:cubicBezTo>
                  <a:cubicBezTo>
                    <a:pt x="2854" y="34683"/>
                    <a:pt x="3321" y="34493"/>
                    <a:pt x="3587" y="34113"/>
                  </a:cubicBezTo>
                  <a:cubicBezTo>
                    <a:pt x="3779" y="34177"/>
                    <a:pt x="3978" y="34207"/>
                    <a:pt x="4177" y="34207"/>
                  </a:cubicBezTo>
                  <a:cubicBezTo>
                    <a:pt x="4929" y="34207"/>
                    <a:pt x="5683" y="33776"/>
                    <a:pt x="6019" y="33079"/>
                  </a:cubicBezTo>
                  <a:cubicBezTo>
                    <a:pt x="6323" y="32380"/>
                    <a:pt x="6232" y="31590"/>
                    <a:pt x="6201" y="30830"/>
                  </a:cubicBezTo>
                  <a:cubicBezTo>
                    <a:pt x="6141" y="28277"/>
                    <a:pt x="7052" y="26210"/>
                    <a:pt x="8511" y="24204"/>
                  </a:cubicBezTo>
                  <a:cubicBezTo>
                    <a:pt x="9940" y="22259"/>
                    <a:pt x="9788" y="19249"/>
                    <a:pt x="10335" y="16939"/>
                  </a:cubicBezTo>
                  <a:cubicBezTo>
                    <a:pt x="10882" y="14599"/>
                    <a:pt x="12098" y="12471"/>
                    <a:pt x="13162" y="10344"/>
                  </a:cubicBezTo>
                  <a:cubicBezTo>
                    <a:pt x="14135" y="8337"/>
                    <a:pt x="15411" y="6362"/>
                    <a:pt x="15047" y="4143"/>
                  </a:cubicBezTo>
                  <a:cubicBezTo>
                    <a:pt x="14986" y="3930"/>
                    <a:pt x="14955" y="3717"/>
                    <a:pt x="14864" y="3474"/>
                  </a:cubicBezTo>
                  <a:cubicBezTo>
                    <a:pt x="14864" y="3444"/>
                    <a:pt x="14864" y="3413"/>
                    <a:pt x="14803" y="3383"/>
                  </a:cubicBezTo>
                  <a:cubicBezTo>
                    <a:pt x="14786" y="3365"/>
                    <a:pt x="14765" y="3358"/>
                    <a:pt x="14744" y="3358"/>
                  </a:cubicBezTo>
                  <a:cubicBezTo>
                    <a:pt x="14692" y="3358"/>
                    <a:pt x="14634" y="3401"/>
                    <a:pt x="14591" y="3444"/>
                  </a:cubicBezTo>
                  <a:cubicBezTo>
                    <a:pt x="14013" y="3930"/>
                    <a:pt x="13314" y="4325"/>
                    <a:pt x="12584" y="4568"/>
                  </a:cubicBezTo>
                  <a:cubicBezTo>
                    <a:pt x="12535" y="4581"/>
                    <a:pt x="12470" y="4593"/>
                    <a:pt x="12407" y="4593"/>
                  </a:cubicBezTo>
                  <a:cubicBezTo>
                    <a:pt x="12314" y="4593"/>
                    <a:pt x="12225" y="4567"/>
                    <a:pt x="12189" y="4477"/>
                  </a:cubicBezTo>
                  <a:cubicBezTo>
                    <a:pt x="12159" y="4386"/>
                    <a:pt x="12189" y="4325"/>
                    <a:pt x="12220" y="4264"/>
                  </a:cubicBezTo>
                  <a:cubicBezTo>
                    <a:pt x="12463" y="3808"/>
                    <a:pt x="12797" y="3413"/>
                    <a:pt x="13223" y="3109"/>
                  </a:cubicBezTo>
                  <a:cubicBezTo>
                    <a:pt x="13648" y="2805"/>
                    <a:pt x="14256" y="2532"/>
                    <a:pt x="14287" y="2015"/>
                  </a:cubicBezTo>
                  <a:cubicBezTo>
                    <a:pt x="14365" y="523"/>
                    <a:pt x="12415" y="1"/>
                    <a:pt x="1113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5"/>
            <p:cNvSpPr/>
            <p:nvPr/>
          </p:nvSpPr>
          <p:spPr>
            <a:xfrm>
              <a:off x="2410415" y="2565509"/>
              <a:ext cx="119141" cy="1026000"/>
            </a:xfrm>
            <a:custGeom>
              <a:avLst/>
              <a:gdLst/>
              <a:ahLst/>
              <a:cxnLst/>
              <a:rect l="l" t="t" r="r" b="b"/>
              <a:pathLst>
                <a:path w="3618" h="31157" fill="none" extrusionOk="0">
                  <a:moveTo>
                    <a:pt x="0" y="31156"/>
                  </a:moveTo>
                  <a:cubicBezTo>
                    <a:pt x="669" y="29941"/>
                    <a:pt x="1337" y="28694"/>
                    <a:pt x="1641" y="27327"/>
                  </a:cubicBezTo>
                  <a:cubicBezTo>
                    <a:pt x="1854" y="26415"/>
                    <a:pt x="1915" y="25442"/>
                    <a:pt x="1976" y="24469"/>
                  </a:cubicBezTo>
                  <a:cubicBezTo>
                    <a:pt x="2006" y="23801"/>
                    <a:pt x="1945" y="23618"/>
                    <a:pt x="2067" y="22980"/>
                  </a:cubicBezTo>
                  <a:cubicBezTo>
                    <a:pt x="2857" y="19302"/>
                    <a:pt x="3617" y="15472"/>
                    <a:pt x="2553" y="11916"/>
                  </a:cubicBezTo>
                  <a:cubicBezTo>
                    <a:pt x="2037" y="10183"/>
                    <a:pt x="1125" y="8573"/>
                    <a:pt x="973" y="6779"/>
                  </a:cubicBezTo>
                  <a:cubicBezTo>
                    <a:pt x="821" y="4348"/>
                    <a:pt x="2128" y="2068"/>
                    <a:pt x="3404" y="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5"/>
            <p:cNvSpPr/>
            <p:nvPr/>
          </p:nvSpPr>
          <p:spPr>
            <a:xfrm>
              <a:off x="2207201" y="3418308"/>
              <a:ext cx="447453" cy="399210"/>
            </a:xfrm>
            <a:custGeom>
              <a:avLst/>
              <a:gdLst/>
              <a:ahLst/>
              <a:cxnLst/>
              <a:rect l="l" t="t" r="r" b="b"/>
              <a:pathLst>
                <a:path w="13588" h="12123" extrusionOk="0">
                  <a:moveTo>
                    <a:pt x="1" y="1"/>
                  </a:moveTo>
                  <a:cubicBezTo>
                    <a:pt x="1" y="1"/>
                    <a:pt x="1277" y="10852"/>
                    <a:pt x="1551" y="12068"/>
                  </a:cubicBezTo>
                  <a:cubicBezTo>
                    <a:pt x="1561" y="12109"/>
                    <a:pt x="2746" y="12122"/>
                    <a:pt x="4323" y="12122"/>
                  </a:cubicBezTo>
                  <a:cubicBezTo>
                    <a:pt x="7475" y="12122"/>
                    <a:pt x="12189" y="12068"/>
                    <a:pt x="12189" y="12068"/>
                  </a:cubicBezTo>
                  <a:cubicBezTo>
                    <a:pt x="12250" y="11946"/>
                    <a:pt x="12737" y="5959"/>
                    <a:pt x="12858" y="5472"/>
                  </a:cubicBezTo>
                  <a:lnTo>
                    <a:pt x="1358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6"/>
          <p:cNvSpPr/>
          <p:nvPr/>
        </p:nvSpPr>
        <p:spPr>
          <a:xfrm>
            <a:off x="5998300" y="1397650"/>
            <a:ext cx="2222100" cy="222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6"/>
          <p:cNvSpPr txBox="1">
            <a:spLocks noGrp="1"/>
          </p:cNvSpPr>
          <p:nvPr>
            <p:ph type="title"/>
          </p:nvPr>
        </p:nvSpPr>
        <p:spPr>
          <a:xfrm>
            <a:off x="336331" y="924910"/>
            <a:ext cx="3816994" cy="13688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Recursion</a:t>
            </a:r>
            <a:r>
              <a:rPr lang="en" dirty="0" smtClean="0"/>
              <a:t>!</a:t>
            </a:r>
            <a:endParaRPr/>
          </a:p>
        </p:txBody>
      </p:sp>
      <p:sp>
        <p:nvSpPr>
          <p:cNvPr id="463" name="Google Shape;463;p46"/>
          <p:cNvSpPr txBox="1">
            <a:spLocks noGrp="1"/>
          </p:cNvSpPr>
          <p:nvPr>
            <p:ph type="subTitle" idx="1"/>
          </p:nvPr>
        </p:nvSpPr>
        <p:spPr>
          <a:xfrm>
            <a:off x="210207" y="2314513"/>
            <a:ext cx="3531476" cy="11959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 smtClean="0"/>
              <a:t>-The </a:t>
            </a:r>
            <a:r>
              <a:rPr lang="en-US" dirty="0" smtClean="0"/>
              <a:t>process in which a function calls itself directly or </a:t>
            </a:r>
            <a:r>
              <a:rPr lang="en-US" dirty="0" smtClean="0"/>
              <a:t>indirectly, </a:t>
            </a:r>
            <a:r>
              <a:rPr lang="en-US" dirty="0" smtClean="0"/>
              <a:t>this allows the function to be repeated several </a:t>
            </a:r>
            <a:r>
              <a:rPr lang="en-US" dirty="0" smtClean="0"/>
              <a:t>times</a:t>
            </a:r>
          </a:p>
          <a:p>
            <a:pPr marL="0" lvl="0" indent="0">
              <a:buSzPts val="1100"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4" name="Google Shape;464;p46"/>
          <p:cNvGrpSpPr/>
          <p:nvPr/>
        </p:nvGrpSpPr>
        <p:grpSpPr>
          <a:xfrm flipH="1">
            <a:off x="7593625" y="2109154"/>
            <a:ext cx="1223892" cy="3034347"/>
            <a:chOff x="2330682" y="1468700"/>
            <a:chExt cx="824447" cy="2044019"/>
          </a:xfrm>
        </p:grpSpPr>
        <p:sp>
          <p:nvSpPr>
            <p:cNvPr id="465" name="Google Shape;465;p46"/>
            <p:cNvSpPr/>
            <p:nvPr/>
          </p:nvSpPr>
          <p:spPr>
            <a:xfrm>
              <a:off x="2519514" y="2137089"/>
              <a:ext cx="635615" cy="611378"/>
            </a:xfrm>
            <a:custGeom>
              <a:avLst/>
              <a:gdLst/>
              <a:ahLst/>
              <a:cxnLst/>
              <a:rect l="l" t="t" r="r" b="b"/>
              <a:pathLst>
                <a:path w="19302" h="18566" extrusionOk="0">
                  <a:moveTo>
                    <a:pt x="13070" y="0"/>
                  </a:moveTo>
                  <a:cubicBezTo>
                    <a:pt x="12789" y="0"/>
                    <a:pt x="12499" y="104"/>
                    <a:pt x="12250" y="229"/>
                  </a:cubicBezTo>
                  <a:cubicBezTo>
                    <a:pt x="11003" y="867"/>
                    <a:pt x="9940" y="1901"/>
                    <a:pt x="8633" y="2357"/>
                  </a:cubicBezTo>
                  <a:cubicBezTo>
                    <a:pt x="8025" y="2570"/>
                    <a:pt x="7386" y="2661"/>
                    <a:pt x="6809" y="2934"/>
                  </a:cubicBezTo>
                  <a:cubicBezTo>
                    <a:pt x="3739" y="4393"/>
                    <a:pt x="4012" y="8892"/>
                    <a:pt x="3040" y="11597"/>
                  </a:cubicBezTo>
                  <a:cubicBezTo>
                    <a:pt x="2584" y="12843"/>
                    <a:pt x="0" y="17038"/>
                    <a:pt x="1034" y="18223"/>
                  </a:cubicBezTo>
                  <a:cubicBezTo>
                    <a:pt x="1241" y="18458"/>
                    <a:pt x="1409" y="18537"/>
                    <a:pt x="1563" y="18537"/>
                  </a:cubicBezTo>
                  <a:cubicBezTo>
                    <a:pt x="1880" y="18537"/>
                    <a:pt x="2137" y="18200"/>
                    <a:pt x="2568" y="18200"/>
                  </a:cubicBezTo>
                  <a:cubicBezTo>
                    <a:pt x="2630" y="18200"/>
                    <a:pt x="2696" y="18207"/>
                    <a:pt x="2766" y="18223"/>
                  </a:cubicBezTo>
                  <a:cubicBezTo>
                    <a:pt x="3070" y="18314"/>
                    <a:pt x="3374" y="18527"/>
                    <a:pt x="3708" y="18558"/>
                  </a:cubicBezTo>
                  <a:cubicBezTo>
                    <a:pt x="3750" y="18563"/>
                    <a:pt x="3791" y="18566"/>
                    <a:pt x="3832" y="18566"/>
                  </a:cubicBezTo>
                  <a:cubicBezTo>
                    <a:pt x="4476" y="18566"/>
                    <a:pt x="5007" y="17913"/>
                    <a:pt x="5350" y="17342"/>
                  </a:cubicBezTo>
                  <a:cubicBezTo>
                    <a:pt x="6383" y="15731"/>
                    <a:pt x="7295" y="14059"/>
                    <a:pt x="8116" y="12327"/>
                  </a:cubicBezTo>
                  <a:cubicBezTo>
                    <a:pt x="8420" y="11658"/>
                    <a:pt x="9423" y="8253"/>
                    <a:pt x="10122" y="8193"/>
                  </a:cubicBezTo>
                  <a:cubicBezTo>
                    <a:pt x="10129" y="8192"/>
                    <a:pt x="10137" y="8192"/>
                    <a:pt x="10145" y="8192"/>
                  </a:cubicBezTo>
                  <a:cubicBezTo>
                    <a:pt x="10769" y="8192"/>
                    <a:pt x="12316" y="10568"/>
                    <a:pt x="12766" y="10959"/>
                  </a:cubicBezTo>
                  <a:cubicBezTo>
                    <a:pt x="13718" y="11751"/>
                    <a:pt x="14899" y="12567"/>
                    <a:pt x="16169" y="12567"/>
                  </a:cubicBezTo>
                  <a:cubicBezTo>
                    <a:pt x="16360" y="12567"/>
                    <a:pt x="16554" y="12549"/>
                    <a:pt x="16748" y="12509"/>
                  </a:cubicBezTo>
                  <a:cubicBezTo>
                    <a:pt x="17751" y="12327"/>
                    <a:pt x="18572" y="11536"/>
                    <a:pt x="18937" y="10594"/>
                  </a:cubicBezTo>
                  <a:cubicBezTo>
                    <a:pt x="19301" y="9652"/>
                    <a:pt x="19241" y="8588"/>
                    <a:pt x="18997" y="7615"/>
                  </a:cubicBezTo>
                  <a:cubicBezTo>
                    <a:pt x="18238" y="4910"/>
                    <a:pt x="16049" y="2387"/>
                    <a:pt x="14073" y="533"/>
                  </a:cubicBezTo>
                  <a:cubicBezTo>
                    <a:pt x="13830" y="320"/>
                    <a:pt x="13557" y="77"/>
                    <a:pt x="13253" y="16"/>
                  </a:cubicBezTo>
                  <a:cubicBezTo>
                    <a:pt x="13192" y="5"/>
                    <a:pt x="13131" y="0"/>
                    <a:pt x="1307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2502489" y="2544998"/>
              <a:ext cx="166198" cy="684648"/>
            </a:xfrm>
            <a:custGeom>
              <a:avLst/>
              <a:gdLst/>
              <a:ahLst/>
              <a:cxnLst/>
              <a:rect l="l" t="t" r="r" b="b"/>
              <a:pathLst>
                <a:path w="5047" h="20791" fill="none" extrusionOk="0">
                  <a:moveTo>
                    <a:pt x="5046" y="0"/>
                  </a:moveTo>
                  <a:cubicBezTo>
                    <a:pt x="3131" y="2918"/>
                    <a:pt x="1642" y="6414"/>
                    <a:pt x="1277" y="9940"/>
                  </a:cubicBezTo>
                  <a:cubicBezTo>
                    <a:pt x="943" y="13557"/>
                    <a:pt x="1672" y="17356"/>
                    <a:pt x="0" y="2079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2361349" y="1468700"/>
              <a:ext cx="507517" cy="1142111"/>
            </a:xfrm>
            <a:custGeom>
              <a:avLst/>
              <a:gdLst/>
              <a:ahLst/>
              <a:cxnLst/>
              <a:rect l="l" t="t" r="r" b="b"/>
              <a:pathLst>
                <a:path w="15412" h="34683" extrusionOk="0">
                  <a:moveTo>
                    <a:pt x="6626" y="4517"/>
                  </a:moveTo>
                  <a:cubicBezTo>
                    <a:pt x="7077" y="4517"/>
                    <a:pt x="7246" y="5616"/>
                    <a:pt x="7296" y="5936"/>
                  </a:cubicBezTo>
                  <a:cubicBezTo>
                    <a:pt x="7389" y="6704"/>
                    <a:pt x="7210" y="7004"/>
                    <a:pt x="6961" y="7004"/>
                  </a:cubicBezTo>
                  <a:cubicBezTo>
                    <a:pt x="6560" y="7004"/>
                    <a:pt x="5974" y="6222"/>
                    <a:pt x="6049" y="5359"/>
                  </a:cubicBezTo>
                  <a:cubicBezTo>
                    <a:pt x="6049" y="5359"/>
                    <a:pt x="6049" y="5359"/>
                    <a:pt x="6049" y="5328"/>
                  </a:cubicBezTo>
                  <a:cubicBezTo>
                    <a:pt x="6080" y="5116"/>
                    <a:pt x="6110" y="4872"/>
                    <a:pt x="6262" y="4720"/>
                  </a:cubicBezTo>
                  <a:cubicBezTo>
                    <a:pt x="6400" y="4576"/>
                    <a:pt x="6521" y="4517"/>
                    <a:pt x="6626" y="4517"/>
                  </a:cubicBezTo>
                  <a:close/>
                  <a:moveTo>
                    <a:pt x="11187" y="8259"/>
                  </a:moveTo>
                  <a:cubicBezTo>
                    <a:pt x="11412" y="8259"/>
                    <a:pt x="11540" y="8423"/>
                    <a:pt x="11429" y="8915"/>
                  </a:cubicBezTo>
                  <a:cubicBezTo>
                    <a:pt x="11156" y="10313"/>
                    <a:pt x="10153" y="11468"/>
                    <a:pt x="8937" y="12106"/>
                  </a:cubicBezTo>
                  <a:cubicBezTo>
                    <a:pt x="8694" y="12258"/>
                    <a:pt x="8420" y="12350"/>
                    <a:pt x="8147" y="12350"/>
                  </a:cubicBezTo>
                  <a:cubicBezTo>
                    <a:pt x="7873" y="12350"/>
                    <a:pt x="7569" y="12228"/>
                    <a:pt x="7478" y="11955"/>
                  </a:cubicBezTo>
                  <a:cubicBezTo>
                    <a:pt x="7356" y="11651"/>
                    <a:pt x="7508" y="11316"/>
                    <a:pt x="7660" y="11073"/>
                  </a:cubicBezTo>
                  <a:cubicBezTo>
                    <a:pt x="8268" y="10070"/>
                    <a:pt x="9089" y="9401"/>
                    <a:pt x="10031" y="8793"/>
                  </a:cubicBezTo>
                  <a:cubicBezTo>
                    <a:pt x="10321" y="8612"/>
                    <a:pt x="10858" y="8259"/>
                    <a:pt x="11187" y="8259"/>
                  </a:cubicBezTo>
                  <a:close/>
                  <a:moveTo>
                    <a:pt x="3739" y="14629"/>
                  </a:moveTo>
                  <a:cubicBezTo>
                    <a:pt x="5411" y="14660"/>
                    <a:pt x="5411" y="17304"/>
                    <a:pt x="5198" y="18733"/>
                  </a:cubicBezTo>
                  <a:cubicBezTo>
                    <a:pt x="5138" y="18976"/>
                    <a:pt x="5107" y="19189"/>
                    <a:pt x="5077" y="19341"/>
                  </a:cubicBezTo>
                  <a:cubicBezTo>
                    <a:pt x="5049" y="19479"/>
                    <a:pt x="4971" y="19618"/>
                    <a:pt x="4842" y="19618"/>
                  </a:cubicBezTo>
                  <a:cubicBezTo>
                    <a:pt x="4829" y="19618"/>
                    <a:pt x="4816" y="19617"/>
                    <a:pt x="4803" y="19614"/>
                  </a:cubicBezTo>
                  <a:cubicBezTo>
                    <a:pt x="4742" y="19614"/>
                    <a:pt x="4682" y="19523"/>
                    <a:pt x="4651" y="19462"/>
                  </a:cubicBezTo>
                  <a:cubicBezTo>
                    <a:pt x="3952" y="18246"/>
                    <a:pt x="3496" y="16909"/>
                    <a:pt x="3314" y="15511"/>
                  </a:cubicBezTo>
                  <a:cubicBezTo>
                    <a:pt x="3283" y="15328"/>
                    <a:pt x="3283" y="15146"/>
                    <a:pt x="3344" y="14964"/>
                  </a:cubicBezTo>
                  <a:cubicBezTo>
                    <a:pt x="3405" y="14781"/>
                    <a:pt x="3557" y="14629"/>
                    <a:pt x="3739" y="14629"/>
                  </a:cubicBezTo>
                  <a:close/>
                  <a:moveTo>
                    <a:pt x="8238" y="20830"/>
                  </a:moveTo>
                  <a:cubicBezTo>
                    <a:pt x="8299" y="20982"/>
                    <a:pt x="8359" y="21164"/>
                    <a:pt x="8390" y="21286"/>
                  </a:cubicBezTo>
                  <a:cubicBezTo>
                    <a:pt x="8451" y="21711"/>
                    <a:pt x="8390" y="22015"/>
                    <a:pt x="7904" y="22350"/>
                  </a:cubicBezTo>
                  <a:cubicBezTo>
                    <a:pt x="7630" y="22549"/>
                    <a:pt x="7049" y="22891"/>
                    <a:pt x="6615" y="22891"/>
                  </a:cubicBezTo>
                  <a:cubicBezTo>
                    <a:pt x="6519" y="22891"/>
                    <a:pt x="6430" y="22875"/>
                    <a:pt x="6353" y="22836"/>
                  </a:cubicBezTo>
                  <a:cubicBezTo>
                    <a:pt x="6171" y="22745"/>
                    <a:pt x="6049" y="22532"/>
                    <a:pt x="6080" y="22350"/>
                  </a:cubicBezTo>
                  <a:cubicBezTo>
                    <a:pt x="6080" y="22167"/>
                    <a:pt x="6201" y="21985"/>
                    <a:pt x="6323" y="21863"/>
                  </a:cubicBezTo>
                  <a:cubicBezTo>
                    <a:pt x="6809" y="21286"/>
                    <a:pt x="7508" y="20891"/>
                    <a:pt x="8238" y="20830"/>
                  </a:cubicBezTo>
                  <a:close/>
                  <a:moveTo>
                    <a:pt x="11135" y="1"/>
                  </a:moveTo>
                  <a:cubicBezTo>
                    <a:pt x="10928" y="1"/>
                    <a:pt x="10739" y="14"/>
                    <a:pt x="10578" y="39"/>
                  </a:cubicBezTo>
                  <a:cubicBezTo>
                    <a:pt x="6688" y="617"/>
                    <a:pt x="4682" y="3960"/>
                    <a:pt x="3010" y="7122"/>
                  </a:cubicBezTo>
                  <a:cubicBezTo>
                    <a:pt x="2979" y="7182"/>
                    <a:pt x="2949" y="7213"/>
                    <a:pt x="2979" y="7274"/>
                  </a:cubicBezTo>
                  <a:cubicBezTo>
                    <a:pt x="2979" y="7365"/>
                    <a:pt x="3040" y="7395"/>
                    <a:pt x="3101" y="7456"/>
                  </a:cubicBezTo>
                  <a:cubicBezTo>
                    <a:pt x="3770" y="8003"/>
                    <a:pt x="4195" y="8885"/>
                    <a:pt x="4226" y="9796"/>
                  </a:cubicBezTo>
                  <a:cubicBezTo>
                    <a:pt x="4226" y="9888"/>
                    <a:pt x="4195" y="9979"/>
                    <a:pt x="4165" y="10070"/>
                  </a:cubicBezTo>
                  <a:cubicBezTo>
                    <a:pt x="4095" y="10163"/>
                    <a:pt x="3972" y="10203"/>
                    <a:pt x="3850" y="10203"/>
                  </a:cubicBezTo>
                  <a:cubicBezTo>
                    <a:pt x="3813" y="10203"/>
                    <a:pt x="3775" y="10199"/>
                    <a:pt x="3739" y="10192"/>
                  </a:cubicBezTo>
                  <a:cubicBezTo>
                    <a:pt x="3618" y="10131"/>
                    <a:pt x="3496" y="10009"/>
                    <a:pt x="3405" y="9918"/>
                  </a:cubicBezTo>
                  <a:cubicBezTo>
                    <a:pt x="3040" y="9492"/>
                    <a:pt x="2827" y="9037"/>
                    <a:pt x="2645" y="8520"/>
                  </a:cubicBezTo>
                  <a:cubicBezTo>
                    <a:pt x="1490" y="10769"/>
                    <a:pt x="1125" y="14265"/>
                    <a:pt x="1399" y="16727"/>
                  </a:cubicBezTo>
                  <a:cubicBezTo>
                    <a:pt x="1551" y="18216"/>
                    <a:pt x="2098" y="19857"/>
                    <a:pt x="1976" y="21347"/>
                  </a:cubicBezTo>
                  <a:cubicBezTo>
                    <a:pt x="1855" y="23170"/>
                    <a:pt x="1095" y="24903"/>
                    <a:pt x="609" y="26666"/>
                  </a:cubicBezTo>
                  <a:cubicBezTo>
                    <a:pt x="61" y="28581"/>
                    <a:pt x="1" y="30709"/>
                    <a:pt x="396" y="32684"/>
                  </a:cubicBezTo>
                  <a:cubicBezTo>
                    <a:pt x="548" y="33414"/>
                    <a:pt x="913" y="34113"/>
                    <a:pt x="1581" y="34478"/>
                  </a:cubicBezTo>
                  <a:cubicBezTo>
                    <a:pt x="1821" y="34614"/>
                    <a:pt x="2103" y="34683"/>
                    <a:pt x="2384" y="34683"/>
                  </a:cubicBezTo>
                  <a:cubicBezTo>
                    <a:pt x="2854" y="34683"/>
                    <a:pt x="3321" y="34493"/>
                    <a:pt x="3587" y="34113"/>
                  </a:cubicBezTo>
                  <a:cubicBezTo>
                    <a:pt x="3779" y="34177"/>
                    <a:pt x="3978" y="34207"/>
                    <a:pt x="4177" y="34207"/>
                  </a:cubicBezTo>
                  <a:cubicBezTo>
                    <a:pt x="4929" y="34207"/>
                    <a:pt x="5683" y="33776"/>
                    <a:pt x="6019" y="33079"/>
                  </a:cubicBezTo>
                  <a:cubicBezTo>
                    <a:pt x="6323" y="32380"/>
                    <a:pt x="6232" y="31590"/>
                    <a:pt x="6201" y="30830"/>
                  </a:cubicBezTo>
                  <a:cubicBezTo>
                    <a:pt x="6141" y="28277"/>
                    <a:pt x="7052" y="26210"/>
                    <a:pt x="8511" y="24204"/>
                  </a:cubicBezTo>
                  <a:cubicBezTo>
                    <a:pt x="9940" y="22259"/>
                    <a:pt x="9788" y="19249"/>
                    <a:pt x="10335" y="16939"/>
                  </a:cubicBezTo>
                  <a:cubicBezTo>
                    <a:pt x="10882" y="14599"/>
                    <a:pt x="12098" y="12471"/>
                    <a:pt x="13162" y="10344"/>
                  </a:cubicBezTo>
                  <a:cubicBezTo>
                    <a:pt x="14135" y="8337"/>
                    <a:pt x="15411" y="6362"/>
                    <a:pt x="15047" y="4143"/>
                  </a:cubicBezTo>
                  <a:cubicBezTo>
                    <a:pt x="14986" y="3930"/>
                    <a:pt x="14955" y="3717"/>
                    <a:pt x="14864" y="3474"/>
                  </a:cubicBezTo>
                  <a:cubicBezTo>
                    <a:pt x="14864" y="3444"/>
                    <a:pt x="14864" y="3413"/>
                    <a:pt x="14803" y="3383"/>
                  </a:cubicBezTo>
                  <a:cubicBezTo>
                    <a:pt x="14786" y="3365"/>
                    <a:pt x="14765" y="3358"/>
                    <a:pt x="14744" y="3358"/>
                  </a:cubicBezTo>
                  <a:cubicBezTo>
                    <a:pt x="14692" y="3358"/>
                    <a:pt x="14634" y="3401"/>
                    <a:pt x="14591" y="3444"/>
                  </a:cubicBezTo>
                  <a:cubicBezTo>
                    <a:pt x="14013" y="3930"/>
                    <a:pt x="13314" y="4325"/>
                    <a:pt x="12584" y="4568"/>
                  </a:cubicBezTo>
                  <a:cubicBezTo>
                    <a:pt x="12535" y="4581"/>
                    <a:pt x="12470" y="4593"/>
                    <a:pt x="12407" y="4593"/>
                  </a:cubicBezTo>
                  <a:cubicBezTo>
                    <a:pt x="12314" y="4593"/>
                    <a:pt x="12225" y="4567"/>
                    <a:pt x="12189" y="4477"/>
                  </a:cubicBezTo>
                  <a:cubicBezTo>
                    <a:pt x="12159" y="4386"/>
                    <a:pt x="12189" y="4325"/>
                    <a:pt x="12220" y="4264"/>
                  </a:cubicBezTo>
                  <a:cubicBezTo>
                    <a:pt x="12463" y="3808"/>
                    <a:pt x="12797" y="3413"/>
                    <a:pt x="13223" y="3109"/>
                  </a:cubicBezTo>
                  <a:cubicBezTo>
                    <a:pt x="13648" y="2805"/>
                    <a:pt x="14256" y="2532"/>
                    <a:pt x="14287" y="2015"/>
                  </a:cubicBezTo>
                  <a:cubicBezTo>
                    <a:pt x="14365" y="523"/>
                    <a:pt x="12415" y="1"/>
                    <a:pt x="1113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2410415" y="2260709"/>
              <a:ext cx="119141" cy="1026000"/>
            </a:xfrm>
            <a:custGeom>
              <a:avLst/>
              <a:gdLst/>
              <a:ahLst/>
              <a:cxnLst/>
              <a:rect l="l" t="t" r="r" b="b"/>
              <a:pathLst>
                <a:path w="3618" h="31157" fill="none" extrusionOk="0">
                  <a:moveTo>
                    <a:pt x="0" y="31156"/>
                  </a:moveTo>
                  <a:cubicBezTo>
                    <a:pt x="669" y="29941"/>
                    <a:pt x="1337" y="28694"/>
                    <a:pt x="1641" y="27327"/>
                  </a:cubicBezTo>
                  <a:cubicBezTo>
                    <a:pt x="1854" y="26415"/>
                    <a:pt x="1915" y="25442"/>
                    <a:pt x="1976" y="24469"/>
                  </a:cubicBezTo>
                  <a:cubicBezTo>
                    <a:pt x="2006" y="23801"/>
                    <a:pt x="1945" y="23618"/>
                    <a:pt x="2067" y="22980"/>
                  </a:cubicBezTo>
                  <a:cubicBezTo>
                    <a:pt x="2857" y="19302"/>
                    <a:pt x="3617" y="15472"/>
                    <a:pt x="2553" y="11916"/>
                  </a:cubicBezTo>
                  <a:cubicBezTo>
                    <a:pt x="2037" y="10183"/>
                    <a:pt x="1125" y="8573"/>
                    <a:pt x="973" y="6779"/>
                  </a:cubicBezTo>
                  <a:cubicBezTo>
                    <a:pt x="821" y="4348"/>
                    <a:pt x="2128" y="2068"/>
                    <a:pt x="3404" y="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2330682" y="3113509"/>
              <a:ext cx="338001" cy="399210"/>
            </a:xfrm>
            <a:custGeom>
              <a:avLst/>
              <a:gdLst/>
              <a:ahLst/>
              <a:cxnLst/>
              <a:rect l="l" t="t" r="r" b="b"/>
              <a:pathLst>
                <a:path w="13588" h="12123" extrusionOk="0">
                  <a:moveTo>
                    <a:pt x="1" y="1"/>
                  </a:moveTo>
                  <a:cubicBezTo>
                    <a:pt x="1" y="1"/>
                    <a:pt x="1277" y="10852"/>
                    <a:pt x="1551" y="12068"/>
                  </a:cubicBezTo>
                  <a:cubicBezTo>
                    <a:pt x="1561" y="12109"/>
                    <a:pt x="2746" y="12122"/>
                    <a:pt x="4323" y="12122"/>
                  </a:cubicBezTo>
                  <a:cubicBezTo>
                    <a:pt x="7475" y="12122"/>
                    <a:pt x="12189" y="12068"/>
                    <a:pt x="12189" y="12068"/>
                  </a:cubicBezTo>
                  <a:cubicBezTo>
                    <a:pt x="12250" y="11946"/>
                    <a:pt x="12737" y="5959"/>
                    <a:pt x="12858" y="5472"/>
                  </a:cubicBezTo>
                  <a:lnTo>
                    <a:pt x="1358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46"/>
          <p:cNvGrpSpPr/>
          <p:nvPr/>
        </p:nvGrpSpPr>
        <p:grpSpPr>
          <a:xfrm>
            <a:off x="3824738" y="1651306"/>
            <a:ext cx="4244346" cy="2742532"/>
            <a:chOff x="4386213" y="1645831"/>
            <a:chExt cx="4244346" cy="2742532"/>
          </a:xfrm>
        </p:grpSpPr>
        <p:sp>
          <p:nvSpPr>
            <p:cNvPr id="471" name="Google Shape;471;p46"/>
            <p:cNvSpPr/>
            <p:nvPr/>
          </p:nvSpPr>
          <p:spPr>
            <a:xfrm>
              <a:off x="5144652" y="2056045"/>
              <a:ext cx="251952" cy="265192"/>
            </a:xfrm>
            <a:custGeom>
              <a:avLst/>
              <a:gdLst/>
              <a:ahLst/>
              <a:cxnLst/>
              <a:rect l="l" t="t" r="r" b="b"/>
              <a:pathLst>
                <a:path w="5747" h="6049" extrusionOk="0">
                  <a:moveTo>
                    <a:pt x="2117" y="0"/>
                  </a:moveTo>
                  <a:cubicBezTo>
                    <a:pt x="2087" y="0"/>
                    <a:pt x="2087" y="30"/>
                    <a:pt x="2057" y="30"/>
                  </a:cubicBezTo>
                  <a:cubicBezTo>
                    <a:pt x="1845" y="907"/>
                    <a:pt x="1815" y="1754"/>
                    <a:pt x="1301" y="2571"/>
                  </a:cubicBezTo>
                  <a:cubicBezTo>
                    <a:pt x="1089" y="2873"/>
                    <a:pt x="847" y="3115"/>
                    <a:pt x="575" y="3327"/>
                  </a:cubicBezTo>
                  <a:cubicBezTo>
                    <a:pt x="424" y="3478"/>
                    <a:pt x="242" y="3569"/>
                    <a:pt x="0" y="3629"/>
                  </a:cubicBezTo>
                  <a:cubicBezTo>
                    <a:pt x="363" y="4295"/>
                    <a:pt x="907" y="4869"/>
                    <a:pt x="1543" y="5323"/>
                  </a:cubicBezTo>
                  <a:cubicBezTo>
                    <a:pt x="2117" y="5716"/>
                    <a:pt x="2813" y="5988"/>
                    <a:pt x="3508" y="6049"/>
                  </a:cubicBezTo>
                  <a:cubicBezTo>
                    <a:pt x="3629" y="6049"/>
                    <a:pt x="5293" y="5867"/>
                    <a:pt x="5051" y="5565"/>
                  </a:cubicBezTo>
                  <a:cubicBezTo>
                    <a:pt x="4416" y="4718"/>
                    <a:pt x="4779" y="3992"/>
                    <a:pt x="5172" y="3085"/>
                  </a:cubicBezTo>
                  <a:cubicBezTo>
                    <a:pt x="5232" y="2934"/>
                    <a:pt x="5747" y="2087"/>
                    <a:pt x="5716" y="1996"/>
                  </a:cubicBezTo>
                  <a:lnTo>
                    <a:pt x="5656" y="1936"/>
                  </a:lnTo>
                  <a:cubicBezTo>
                    <a:pt x="5505" y="1815"/>
                    <a:pt x="5323" y="1815"/>
                    <a:pt x="5142" y="1815"/>
                  </a:cubicBezTo>
                  <a:cubicBezTo>
                    <a:pt x="4507" y="1784"/>
                    <a:pt x="3871" y="1603"/>
                    <a:pt x="3357" y="1210"/>
                  </a:cubicBezTo>
                  <a:cubicBezTo>
                    <a:pt x="3085" y="1028"/>
                    <a:pt x="2873" y="817"/>
                    <a:pt x="2662" y="605"/>
                  </a:cubicBezTo>
                  <a:cubicBezTo>
                    <a:pt x="2541" y="484"/>
                    <a:pt x="2299" y="30"/>
                    <a:pt x="211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7492875" y="2840832"/>
              <a:ext cx="1120436" cy="744020"/>
            </a:xfrm>
            <a:custGeom>
              <a:avLst/>
              <a:gdLst/>
              <a:ahLst/>
              <a:cxnLst/>
              <a:rect l="l" t="t" r="r" b="b"/>
              <a:pathLst>
                <a:path w="25557" h="16971" extrusionOk="0">
                  <a:moveTo>
                    <a:pt x="17006" y="0"/>
                  </a:moveTo>
                  <a:cubicBezTo>
                    <a:pt x="14097" y="0"/>
                    <a:pt x="10305" y="278"/>
                    <a:pt x="8952" y="3179"/>
                  </a:cubicBezTo>
                  <a:cubicBezTo>
                    <a:pt x="8287" y="4601"/>
                    <a:pt x="8227" y="6234"/>
                    <a:pt x="8136" y="7807"/>
                  </a:cubicBezTo>
                  <a:cubicBezTo>
                    <a:pt x="8075" y="9561"/>
                    <a:pt x="7954" y="11769"/>
                    <a:pt x="6926" y="13281"/>
                  </a:cubicBezTo>
                  <a:cubicBezTo>
                    <a:pt x="6110" y="14521"/>
                    <a:pt x="4416" y="14612"/>
                    <a:pt x="3085" y="14793"/>
                  </a:cubicBezTo>
                  <a:cubicBezTo>
                    <a:pt x="1966" y="14914"/>
                    <a:pt x="0" y="15126"/>
                    <a:pt x="121" y="16699"/>
                  </a:cubicBezTo>
                  <a:cubicBezTo>
                    <a:pt x="151" y="16789"/>
                    <a:pt x="151" y="16880"/>
                    <a:pt x="182" y="16971"/>
                  </a:cubicBezTo>
                  <a:lnTo>
                    <a:pt x="21322" y="16941"/>
                  </a:lnTo>
                  <a:cubicBezTo>
                    <a:pt x="25103" y="16941"/>
                    <a:pt x="25557" y="12253"/>
                    <a:pt x="25466" y="9470"/>
                  </a:cubicBezTo>
                  <a:cubicBezTo>
                    <a:pt x="25405" y="7988"/>
                    <a:pt x="25375" y="6536"/>
                    <a:pt x="25012" y="5115"/>
                  </a:cubicBezTo>
                  <a:cubicBezTo>
                    <a:pt x="24649" y="3694"/>
                    <a:pt x="23954" y="2333"/>
                    <a:pt x="22804" y="1425"/>
                  </a:cubicBezTo>
                  <a:cubicBezTo>
                    <a:pt x="21383" y="306"/>
                    <a:pt x="19447" y="4"/>
                    <a:pt x="17633" y="4"/>
                  </a:cubicBezTo>
                  <a:cubicBezTo>
                    <a:pt x="17429" y="2"/>
                    <a:pt x="17220" y="0"/>
                    <a:pt x="1700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7307211" y="3939385"/>
              <a:ext cx="352742" cy="414601"/>
            </a:xfrm>
            <a:custGeom>
              <a:avLst/>
              <a:gdLst/>
              <a:ahLst/>
              <a:cxnLst/>
              <a:rect l="l" t="t" r="r" b="b"/>
              <a:pathLst>
                <a:path w="8046" h="9457" extrusionOk="0">
                  <a:moveTo>
                    <a:pt x="4395" y="0"/>
                  </a:moveTo>
                  <a:cubicBezTo>
                    <a:pt x="4080" y="0"/>
                    <a:pt x="3779" y="98"/>
                    <a:pt x="3570" y="321"/>
                  </a:cubicBezTo>
                  <a:cubicBezTo>
                    <a:pt x="3358" y="502"/>
                    <a:pt x="3267" y="774"/>
                    <a:pt x="3177" y="1016"/>
                  </a:cubicBezTo>
                  <a:cubicBezTo>
                    <a:pt x="3056" y="1470"/>
                    <a:pt x="2995" y="1954"/>
                    <a:pt x="3177" y="2347"/>
                  </a:cubicBezTo>
                  <a:cubicBezTo>
                    <a:pt x="3751" y="3617"/>
                    <a:pt x="4144" y="4192"/>
                    <a:pt x="3207" y="5462"/>
                  </a:cubicBezTo>
                  <a:cubicBezTo>
                    <a:pt x="2541" y="6370"/>
                    <a:pt x="1574" y="7065"/>
                    <a:pt x="697" y="7761"/>
                  </a:cubicBezTo>
                  <a:cubicBezTo>
                    <a:pt x="364" y="8003"/>
                    <a:pt x="1" y="8335"/>
                    <a:pt x="31" y="8729"/>
                  </a:cubicBezTo>
                  <a:cubicBezTo>
                    <a:pt x="60" y="9161"/>
                    <a:pt x="502" y="9457"/>
                    <a:pt x="962" y="9457"/>
                  </a:cubicBezTo>
                  <a:cubicBezTo>
                    <a:pt x="985" y="9457"/>
                    <a:pt x="1007" y="9456"/>
                    <a:pt x="1029" y="9455"/>
                  </a:cubicBezTo>
                  <a:cubicBezTo>
                    <a:pt x="1483" y="9455"/>
                    <a:pt x="1906" y="9213"/>
                    <a:pt x="2299" y="9001"/>
                  </a:cubicBezTo>
                  <a:cubicBezTo>
                    <a:pt x="3539" y="8305"/>
                    <a:pt x="4780" y="7579"/>
                    <a:pt x="6020" y="6884"/>
                  </a:cubicBezTo>
                  <a:cubicBezTo>
                    <a:pt x="6171" y="6793"/>
                    <a:pt x="6322" y="6733"/>
                    <a:pt x="6473" y="6642"/>
                  </a:cubicBezTo>
                  <a:cubicBezTo>
                    <a:pt x="6806" y="6430"/>
                    <a:pt x="7139" y="6188"/>
                    <a:pt x="7411" y="5855"/>
                  </a:cubicBezTo>
                  <a:cubicBezTo>
                    <a:pt x="8046" y="5039"/>
                    <a:pt x="7502" y="3950"/>
                    <a:pt x="7078" y="3133"/>
                  </a:cubicBezTo>
                  <a:cubicBezTo>
                    <a:pt x="6624" y="2317"/>
                    <a:pt x="6261" y="1077"/>
                    <a:pt x="5536" y="442"/>
                  </a:cubicBezTo>
                  <a:cubicBezTo>
                    <a:pt x="5244" y="167"/>
                    <a:pt x="4807" y="0"/>
                    <a:pt x="439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6473235" y="4029039"/>
              <a:ext cx="476022" cy="282465"/>
            </a:xfrm>
            <a:custGeom>
              <a:avLst/>
              <a:gdLst/>
              <a:ahLst/>
              <a:cxnLst/>
              <a:rect l="l" t="t" r="r" b="b"/>
              <a:pathLst>
                <a:path w="10858" h="6443" extrusionOk="0">
                  <a:moveTo>
                    <a:pt x="9649" y="1"/>
                  </a:moveTo>
                  <a:cubicBezTo>
                    <a:pt x="8628" y="1"/>
                    <a:pt x="7720" y="1525"/>
                    <a:pt x="7047" y="2087"/>
                  </a:cubicBezTo>
                  <a:cubicBezTo>
                    <a:pt x="6775" y="2328"/>
                    <a:pt x="6472" y="2540"/>
                    <a:pt x="6140" y="2661"/>
                  </a:cubicBezTo>
                  <a:cubicBezTo>
                    <a:pt x="5922" y="2728"/>
                    <a:pt x="5696" y="2749"/>
                    <a:pt x="5470" y="2749"/>
                  </a:cubicBezTo>
                  <a:cubicBezTo>
                    <a:pt x="5288" y="2749"/>
                    <a:pt x="5106" y="2735"/>
                    <a:pt x="4930" y="2722"/>
                  </a:cubicBezTo>
                  <a:cubicBezTo>
                    <a:pt x="4554" y="2711"/>
                    <a:pt x="4181" y="2704"/>
                    <a:pt x="3810" y="2704"/>
                  </a:cubicBezTo>
                  <a:cubicBezTo>
                    <a:pt x="3167" y="2704"/>
                    <a:pt x="2527" y="2725"/>
                    <a:pt x="1875" y="2782"/>
                  </a:cubicBezTo>
                  <a:cubicBezTo>
                    <a:pt x="635" y="2873"/>
                    <a:pt x="0" y="3871"/>
                    <a:pt x="1301" y="4657"/>
                  </a:cubicBezTo>
                  <a:cubicBezTo>
                    <a:pt x="1694" y="4899"/>
                    <a:pt x="2147" y="5020"/>
                    <a:pt x="2631" y="5111"/>
                  </a:cubicBezTo>
                  <a:cubicBezTo>
                    <a:pt x="4174" y="5504"/>
                    <a:pt x="5747" y="5897"/>
                    <a:pt x="7289" y="6290"/>
                  </a:cubicBezTo>
                  <a:cubicBezTo>
                    <a:pt x="7622" y="6374"/>
                    <a:pt x="7913" y="6443"/>
                    <a:pt x="8169" y="6443"/>
                  </a:cubicBezTo>
                  <a:cubicBezTo>
                    <a:pt x="8564" y="6443"/>
                    <a:pt x="8877" y="6278"/>
                    <a:pt x="9134" y="5746"/>
                  </a:cubicBezTo>
                  <a:cubicBezTo>
                    <a:pt x="9315" y="5444"/>
                    <a:pt x="9406" y="5111"/>
                    <a:pt x="9527" y="4808"/>
                  </a:cubicBezTo>
                  <a:cubicBezTo>
                    <a:pt x="10041" y="3750"/>
                    <a:pt x="10858" y="2359"/>
                    <a:pt x="10737" y="1119"/>
                  </a:cubicBezTo>
                  <a:cubicBezTo>
                    <a:pt x="10676" y="635"/>
                    <a:pt x="10374" y="151"/>
                    <a:pt x="9890" y="30"/>
                  </a:cubicBezTo>
                  <a:cubicBezTo>
                    <a:pt x="9809" y="10"/>
                    <a:pt x="9729" y="1"/>
                    <a:pt x="964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7110981" y="3095370"/>
              <a:ext cx="535733" cy="982338"/>
            </a:xfrm>
            <a:custGeom>
              <a:avLst/>
              <a:gdLst/>
              <a:ahLst/>
              <a:cxnLst/>
              <a:rect l="l" t="t" r="r" b="b"/>
              <a:pathLst>
                <a:path w="12220" h="22407" extrusionOk="0">
                  <a:moveTo>
                    <a:pt x="3084" y="0"/>
                  </a:moveTo>
                  <a:cubicBezTo>
                    <a:pt x="2065" y="0"/>
                    <a:pt x="1093" y="405"/>
                    <a:pt x="606" y="1366"/>
                  </a:cubicBezTo>
                  <a:cubicBezTo>
                    <a:pt x="1" y="2575"/>
                    <a:pt x="152" y="3967"/>
                    <a:pt x="424" y="5267"/>
                  </a:cubicBezTo>
                  <a:cubicBezTo>
                    <a:pt x="1180" y="9108"/>
                    <a:pt x="2723" y="12707"/>
                    <a:pt x="4114" y="16337"/>
                  </a:cubicBezTo>
                  <a:cubicBezTo>
                    <a:pt x="4840" y="18302"/>
                    <a:pt x="5263" y="20934"/>
                    <a:pt x="6836" y="21962"/>
                  </a:cubicBezTo>
                  <a:cubicBezTo>
                    <a:pt x="7265" y="22242"/>
                    <a:pt x="7775" y="22407"/>
                    <a:pt x="8393" y="22407"/>
                  </a:cubicBezTo>
                  <a:cubicBezTo>
                    <a:pt x="8778" y="22407"/>
                    <a:pt x="9204" y="22343"/>
                    <a:pt x="9679" y="22204"/>
                  </a:cubicBezTo>
                  <a:cubicBezTo>
                    <a:pt x="10798" y="21902"/>
                    <a:pt x="11796" y="20934"/>
                    <a:pt x="11978" y="19784"/>
                  </a:cubicBezTo>
                  <a:cubicBezTo>
                    <a:pt x="12219" y="18212"/>
                    <a:pt x="11312" y="16306"/>
                    <a:pt x="10949" y="14794"/>
                  </a:cubicBezTo>
                  <a:cubicBezTo>
                    <a:pt x="10496" y="12949"/>
                    <a:pt x="10012" y="11135"/>
                    <a:pt x="9528" y="9290"/>
                  </a:cubicBezTo>
                  <a:cubicBezTo>
                    <a:pt x="8862" y="6749"/>
                    <a:pt x="7804" y="3150"/>
                    <a:pt x="5929" y="1154"/>
                  </a:cubicBezTo>
                  <a:cubicBezTo>
                    <a:pt x="5264" y="443"/>
                    <a:pt x="4148" y="0"/>
                    <a:pt x="308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6962494" y="2334300"/>
              <a:ext cx="304999" cy="174574"/>
            </a:xfrm>
            <a:custGeom>
              <a:avLst/>
              <a:gdLst/>
              <a:ahLst/>
              <a:cxnLst/>
              <a:rect l="l" t="t" r="r" b="b"/>
              <a:pathLst>
                <a:path w="6957" h="3982" extrusionOk="0">
                  <a:moveTo>
                    <a:pt x="2778" y="0"/>
                  </a:moveTo>
                  <a:cubicBezTo>
                    <a:pt x="2760" y="0"/>
                    <a:pt x="2741" y="2"/>
                    <a:pt x="2722" y="4"/>
                  </a:cubicBezTo>
                  <a:cubicBezTo>
                    <a:pt x="2692" y="35"/>
                    <a:pt x="2632" y="65"/>
                    <a:pt x="2632" y="95"/>
                  </a:cubicBezTo>
                  <a:cubicBezTo>
                    <a:pt x="2662" y="125"/>
                    <a:pt x="2662" y="125"/>
                    <a:pt x="2662" y="156"/>
                  </a:cubicBezTo>
                  <a:cubicBezTo>
                    <a:pt x="2722" y="216"/>
                    <a:pt x="2813" y="307"/>
                    <a:pt x="2874" y="367"/>
                  </a:cubicBezTo>
                  <a:cubicBezTo>
                    <a:pt x="2934" y="458"/>
                    <a:pt x="2995" y="549"/>
                    <a:pt x="2995" y="639"/>
                  </a:cubicBezTo>
                  <a:cubicBezTo>
                    <a:pt x="2970" y="772"/>
                    <a:pt x="2851" y="813"/>
                    <a:pt x="2704" y="813"/>
                  </a:cubicBezTo>
                  <a:cubicBezTo>
                    <a:pt x="2481" y="813"/>
                    <a:pt x="2196" y="718"/>
                    <a:pt x="2087" y="700"/>
                  </a:cubicBezTo>
                  <a:cubicBezTo>
                    <a:pt x="1664" y="639"/>
                    <a:pt x="1210" y="579"/>
                    <a:pt x="756" y="488"/>
                  </a:cubicBezTo>
                  <a:cubicBezTo>
                    <a:pt x="662" y="467"/>
                    <a:pt x="561" y="450"/>
                    <a:pt x="465" y="450"/>
                  </a:cubicBezTo>
                  <a:cubicBezTo>
                    <a:pt x="283" y="450"/>
                    <a:pt x="120" y="512"/>
                    <a:pt x="61" y="730"/>
                  </a:cubicBezTo>
                  <a:cubicBezTo>
                    <a:pt x="0" y="942"/>
                    <a:pt x="91" y="1154"/>
                    <a:pt x="212" y="1335"/>
                  </a:cubicBezTo>
                  <a:cubicBezTo>
                    <a:pt x="605" y="1849"/>
                    <a:pt x="1301" y="2061"/>
                    <a:pt x="1966" y="2152"/>
                  </a:cubicBezTo>
                  <a:cubicBezTo>
                    <a:pt x="2511" y="2242"/>
                    <a:pt x="3055" y="2273"/>
                    <a:pt x="3569" y="2484"/>
                  </a:cubicBezTo>
                  <a:cubicBezTo>
                    <a:pt x="3660" y="2515"/>
                    <a:pt x="3751" y="2575"/>
                    <a:pt x="3872" y="2636"/>
                  </a:cubicBezTo>
                  <a:cubicBezTo>
                    <a:pt x="4235" y="2817"/>
                    <a:pt x="4537" y="3089"/>
                    <a:pt x="4870" y="3301"/>
                  </a:cubicBezTo>
                  <a:cubicBezTo>
                    <a:pt x="5233" y="3573"/>
                    <a:pt x="5656" y="3845"/>
                    <a:pt x="6079" y="3966"/>
                  </a:cubicBezTo>
                  <a:cubicBezTo>
                    <a:pt x="6120" y="3977"/>
                    <a:pt x="6162" y="3981"/>
                    <a:pt x="6202" y="3981"/>
                  </a:cubicBezTo>
                  <a:cubicBezTo>
                    <a:pt x="6521" y="3981"/>
                    <a:pt x="6816" y="3683"/>
                    <a:pt x="6896" y="3361"/>
                  </a:cubicBezTo>
                  <a:cubicBezTo>
                    <a:pt x="6957" y="3089"/>
                    <a:pt x="6866" y="2787"/>
                    <a:pt x="6715" y="2575"/>
                  </a:cubicBezTo>
                  <a:cubicBezTo>
                    <a:pt x="6563" y="2333"/>
                    <a:pt x="6352" y="2152"/>
                    <a:pt x="6110" y="2000"/>
                  </a:cubicBezTo>
                  <a:cubicBezTo>
                    <a:pt x="5777" y="1759"/>
                    <a:pt x="5384" y="1577"/>
                    <a:pt x="5051" y="1365"/>
                  </a:cubicBezTo>
                  <a:cubicBezTo>
                    <a:pt x="4658" y="1123"/>
                    <a:pt x="4295" y="791"/>
                    <a:pt x="3902" y="519"/>
                  </a:cubicBezTo>
                  <a:cubicBezTo>
                    <a:pt x="3690" y="398"/>
                    <a:pt x="3509" y="307"/>
                    <a:pt x="3297" y="216"/>
                  </a:cubicBezTo>
                  <a:cubicBezTo>
                    <a:pt x="3132" y="133"/>
                    <a:pt x="2966" y="0"/>
                    <a:pt x="277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7425229" y="2184936"/>
              <a:ext cx="461467" cy="553664"/>
            </a:xfrm>
            <a:custGeom>
              <a:avLst/>
              <a:gdLst/>
              <a:ahLst/>
              <a:cxnLst/>
              <a:rect l="l" t="t" r="r" b="b"/>
              <a:pathLst>
                <a:path w="10526" h="12629" extrusionOk="0">
                  <a:moveTo>
                    <a:pt x="9201" y="0"/>
                  </a:moveTo>
                  <a:cubicBezTo>
                    <a:pt x="8436" y="0"/>
                    <a:pt x="7522" y="360"/>
                    <a:pt x="7048" y="659"/>
                  </a:cubicBezTo>
                  <a:cubicBezTo>
                    <a:pt x="6775" y="810"/>
                    <a:pt x="6533" y="1052"/>
                    <a:pt x="6291" y="1264"/>
                  </a:cubicBezTo>
                  <a:cubicBezTo>
                    <a:pt x="5475" y="2020"/>
                    <a:pt x="4870" y="3230"/>
                    <a:pt x="4295" y="4198"/>
                  </a:cubicBezTo>
                  <a:cubicBezTo>
                    <a:pt x="3811" y="5045"/>
                    <a:pt x="3328" y="5891"/>
                    <a:pt x="2783" y="6708"/>
                  </a:cubicBezTo>
                  <a:cubicBezTo>
                    <a:pt x="2602" y="6950"/>
                    <a:pt x="2420" y="7222"/>
                    <a:pt x="2208" y="7464"/>
                  </a:cubicBezTo>
                  <a:cubicBezTo>
                    <a:pt x="1483" y="8371"/>
                    <a:pt x="303" y="9128"/>
                    <a:pt x="91" y="10307"/>
                  </a:cubicBezTo>
                  <a:cubicBezTo>
                    <a:pt x="1" y="10912"/>
                    <a:pt x="938" y="11759"/>
                    <a:pt x="1392" y="12122"/>
                  </a:cubicBezTo>
                  <a:cubicBezTo>
                    <a:pt x="1811" y="12482"/>
                    <a:pt x="2207" y="12629"/>
                    <a:pt x="2584" y="12629"/>
                  </a:cubicBezTo>
                  <a:cubicBezTo>
                    <a:pt x="3570" y="12629"/>
                    <a:pt x="4432" y="11630"/>
                    <a:pt x="5263" y="10821"/>
                  </a:cubicBezTo>
                  <a:cubicBezTo>
                    <a:pt x="6473" y="9611"/>
                    <a:pt x="7350" y="8129"/>
                    <a:pt x="8227" y="6678"/>
                  </a:cubicBezTo>
                  <a:cubicBezTo>
                    <a:pt x="8257" y="6617"/>
                    <a:pt x="8318" y="6587"/>
                    <a:pt x="8348" y="6527"/>
                  </a:cubicBezTo>
                  <a:cubicBezTo>
                    <a:pt x="9255" y="5045"/>
                    <a:pt x="10163" y="3502"/>
                    <a:pt x="10435" y="1778"/>
                  </a:cubicBezTo>
                  <a:cubicBezTo>
                    <a:pt x="10495" y="1445"/>
                    <a:pt x="10526" y="1052"/>
                    <a:pt x="10405" y="720"/>
                  </a:cubicBezTo>
                  <a:cubicBezTo>
                    <a:pt x="10227" y="187"/>
                    <a:pt x="9753" y="0"/>
                    <a:pt x="920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7718259" y="2894011"/>
              <a:ext cx="44" cy="2674"/>
            </a:xfrm>
            <a:custGeom>
              <a:avLst/>
              <a:gdLst/>
              <a:ahLst/>
              <a:cxnLst/>
              <a:rect l="l" t="t" r="r" b="b"/>
              <a:pathLst>
                <a:path w="1" h="61" extrusionOk="0">
                  <a:moveTo>
                    <a:pt x="1" y="61"/>
                  </a:moveTo>
                  <a:lnTo>
                    <a:pt x="1" y="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7833603" y="2338465"/>
              <a:ext cx="2718" cy="10653"/>
            </a:xfrm>
            <a:custGeom>
              <a:avLst/>
              <a:gdLst/>
              <a:ahLst/>
              <a:cxnLst/>
              <a:rect l="l" t="t" r="r" b="b"/>
              <a:pathLst>
                <a:path w="62" h="243" extrusionOk="0">
                  <a:moveTo>
                    <a:pt x="61" y="0"/>
                  </a:moveTo>
                  <a:lnTo>
                    <a:pt x="1" y="242"/>
                  </a:lnTo>
                  <a:lnTo>
                    <a:pt x="1" y="242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7718259" y="2886076"/>
              <a:ext cx="1359" cy="7979"/>
            </a:xfrm>
            <a:custGeom>
              <a:avLst/>
              <a:gdLst/>
              <a:ahLst/>
              <a:cxnLst/>
              <a:rect l="l" t="t" r="r" b="b"/>
              <a:pathLst>
                <a:path w="31" h="182" extrusionOk="0">
                  <a:moveTo>
                    <a:pt x="31" y="0"/>
                  </a:moveTo>
                  <a:lnTo>
                    <a:pt x="1" y="181"/>
                  </a:lnTo>
                  <a:cubicBezTo>
                    <a:pt x="31" y="151"/>
                    <a:pt x="31" y="91"/>
                    <a:pt x="31" y="6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7121591" y="2963936"/>
              <a:ext cx="916270" cy="389700"/>
            </a:xfrm>
            <a:custGeom>
              <a:avLst/>
              <a:gdLst/>
              <a:ahLst/>
              <a:cxnLst/>
              <a:rect l="l" t="t" r="r" b="b"/>
              <a:pathLst>
                <a:path w="20900" h="8889" extrusionOk="0">
                  <a:moveTo>
                    <a:pt x="15517" y="1"/>
                  </a:moveTo>
                  <a:cubicBezTo>
                    <a:pt x="15177" y="1"/>
                    <a:pt x="14832" y="18"/>
                    <a:pt x="14488" y="39"/>
                  </a:cubicBezTo>
                  <a:cubicBezTo>
                    <a:pt x="10737" y="311"/>
                    <a:pt x="6715" y="402"/>
                    <a:pt x="3207" y="1884"/>
                  </a:cubicBezTo>
                  <a:cubicBezTo>
                    <a:pt x="1997" y="2398"/>
                    <a:pt x="787" y="3366"/>
                    <a:pt x="243" y="4606"/>
                  </a:cubicBezTo>
                  <a:cubicBezTo>
                    <a:pt x="122" y="4908"/>
                    <a:pt x="61" y="5210"/>
                    <a:pt x="31" y="5543"/>
                  </a:cubicBezTo>
                  <a:cubicBezTo>
                    <a:pt x="1" y="6662"/>
                    <a:pt x="545" y="7842"/>
                    <a:pt x="1422" y="8447"/>
                  </a:cubicBezTo>
                  <a:cubicBezTo>
                    <a:pt x="2000" y="8808"/>
                    <a:pt x="2708" y="8889"/>
                    <a:pt x="3416" y="8889"/>
                  </a:cubicBezTo>
                  <a:cubicBezTo>
                    <a:pt x="3893" y="8889"/>
                    <a:pt x="4371" y="8852"/>
                    <a:pt x="4810" y="8840"/>
                  </a:cubicBezTo>
                  <a:cubicBezTo>
                    <a:pt x="6171" y="8840"/>
                    <a:pt x="7532" y="8689"/>
                    <a:pt x="8893" y="8689"/>
                  </a:cubicBezTo>
                  <a:lnTo>
                    <a:pt x="17512" y="8628"/>
                  </a:lnTo>
                  <a:lnTo>
                    <a:pt x="17633" y="8628"/>
                  </a:lnTo>
                  <a:cubicBezTo>
                    <a:pt x="19569" y="8568"/>
                    <a:pt x="20779" y="6723"/>
                    <a:pt x="20839" y="4938"/>
                  </a:cubicBezTo>
                  <a:cubicBezTo>
                    <a:pt x="20900" y="3093"/>
                    <a:pt x="19085" y="916"/>
                    <a:pt x="17391" y="281"/>
                  </a:cubicBezTo>
                  <a:cubicBezTo>
                    <a:pt x="16797" y="63"/>
                    <a:pt x="16164" y="1"/>
                    <a:pt x="155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7678495" y="2174678"/>
              <a:ext cx="637794" cy="924906"/>
            </a:xfrm>
            <a:custGeom>
              <a:avLst/>
              <a:gdLst/>
              <a:ahLst/>
              <a:cxnLst/>
              <a:rect l="l" t="t" r="r" b="b"/>
              <a:pathLst>
                <a:path w="14548" h="21097" extrusionOk="0">
                  <a:moveTo>
                    <a:pt x="5189" y="0"/>
                  </a:moveTo>
                  <a:cubicBezTo>
                    <a:pt x="4911" y="0"/>
                    <a:pt x="4633" y="6"/>
                    <a:pt x="4356" y="16"/>
                  </a:cubicBezTo>
                  <a:cubicBezTo>
                    <a:pt x="2632" y="77"/>
                    <a:pt x="726" y="318"/>
                    <a:pt x="394" y="2315"/>
                  </a:cubicBezTo>
                  <a:lnTo>
                    <a:pt x="394" y="2436"/>
                  </a:lnTo>
                  <a:cubicBezTo>
                    <a:pt x="0" y="5853"/>
                    <a:pt x="545" y="9271"/>
                    <a:pt x="1119" y="12628"/>
                  </a:cubicBezTo>
                  <a:cubicBezTo>
                    <a:pt x="1331" y="13959"/>
                    <a:pt x="1271" y="15168"/>
                    <a:pt x="1543" y="16469"/>
                  </a:cubicBezTo>
                  <a:cubicBezTo>
                    <a:pt x="1664" y="17165"/>
                    <a:pt x="1664" y="17860"/>
                    <a:pt x="1694" y="18556"/>
                  </a:cubicBezTo>
                  <a:cubicBezTo>
                    <a:pt x="1694" y="18949"/>
                    <a:pt x="1634" y="19463"/>
                    <a:pt x="1906" y="19826"/>
                  </a:cubicBezTo>
                  <a:cubicBezTo>
                    <a:pt x="2390" y="20491"/>
                    <a:pt x="3630" y="20431"/>
                    <a:pt x="4386" y="20552"/>
                  </a:cubicBezTo>
                  <a:cubicBezTo>
                    <a:pt x="5777" y="20764"/>
                    <a:pt x="7199" y="20824"/>
                    <a:pt x="8620" y="20915"/>
                  </a:cubicBezTo>
                  <a:cubicBezTo>
                    <a:pt x="10404" y="21006"/>
                    <a:pt x="12159" y="21006"/>
                    <a:pt x="13943" y="21096"/>
                  </a:cubicBezTo>
                  <a:cubicBezTo>
                    <a:pt x="13762" y="17497"/>
                    <a:pt x="13701" y="13898"/>
                    <a:pt x="13731" y="10329"/>
                  </a:cubicBezTo>
                  <a:cubicBezTo>
                    <a:pt x="13731" y="8454"/>
                    <a:pt x="14548" y="6216"/>
                    <a:pt x="13641" y="4401"/>
                  </a:cubicBezTo>
                  <a:cubicBezTo>
                    <a:pt x="12764" y="2708"/>
                    <a:pt x="11100" y="1347"/>
                    <a:pt x="9316" y="651"/>
                  </a:cubicBezTo>
                  <a:cubicBezTo>
                    <a:pt x="7980" y="147"/>
                    <a:pt x="6581" y="0"/>
                    <a:pt x="518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7117601" y="3070337"/>
              <a:ext cx="1206670" cy="526132"/>
            </a:xfrm>
            <a:custGeom>
              <a:avLst/>
              <a:gdLst/>
              <a:ahLst/>
              <a:cxnLst/>
              <a:rect l="l" t="t" r="r" b="b"/>
              <a:pathLst>
                <a:path w="27524" h="12001" extrusionOk="0">
                  <a:moveTo>
                    <a:pt x="20444" y="1"/>
                  </a:moveTo>
                  <a:cubicBezTo>
                    <a:pt x="18537" y="1"/>
                    <a:pt x="16634" y="381"/>
                    <a:pt x="14851" y="1090"/>
                  </a:cubicBezTo>
                  <a:cubicBezTo>
                    <a:pt x="13671" y="1543"/>
                    <a:pt x="4961" y="3661"/>
                    <a:pt x="2814" y="5112"/>
                  </a:cubicBezTo>
                  <a:cubicBezTo>
                    <a:pt x="999" y="6322"/>
                    <a:pt x="1" y="7925"/>
                    <a:pt x="394" y="9649"/>
                  </a:cubicBezTo>
                  <a:cubicBezTo>
                    <a:pt x="699" y="11116"/>
                    <a:pt x="1789" y="12001"/>
                    <a:pt x="3177" y="12001"/>
                  </a:cubicBezTo>
                  <a:cubicBezTo>
                    <a:pt x="3306" y="12001"/>
                    <a:pt x="3437" y="11993"/>
                    <a:pt x="3570" y="11978"/>
                  </a:cubicBezTo>
                  <a:cubicBezTo>
                    <a:pt x="3691" y="11978"/>
                    <a:pt x="3781" y="11947"/>
                    <a:pt x="3902" y="11917"/>
                  </a:cubicBezTo>
                  <a:cubicBezTo>
                    <a:pt x="3933" y="11917"/>
                    <a:pt x="3963" y="11887"/>
                    <a:pt x="4023" y="11887"/>
                  </a:cubicBezTo>
                  <a:cubicBezTo>
                    <a:pt x="4810" y="11675"/>
                    <a:pt x="5657" y="11675"/>
                    <a:pt x="6473" y="11494"/>
                  </a:cubicBezTo>
                  <a:cubicBezTo>
                    <a:pt x="7804" y="11191"/>
                    <a:pt x="9135" y="10949"/>
                    <a:pt x="10496" y="10738"/>
                  </a:cubicBezTo>
                  <a:cubicBezTo>
                    <a:pt x="11494" y="10586"/>
                    <a:pt x="12522" y="10435"/>
                    <a:pt x="13520" y="10345"/>
                  </a:cubicBezTo>
                  <a:cubicBezTo>
                    <a:pt x="16272" y="10133"/>
                    <a:pt x="19055" y="10345"/>
                    <a:pt x="21716" y="9740"/>
                  </a:cubicBezTo>
                  <a:cubicBezTo>
                    <a:pt x="22624" y="9498"/>
                    <a:pt x="23319" y="9165"/>
                    <a:pt x="23864" y="8409"/>
                  </a:cubicBezTo>
                  <a:cubicBezTo>
                    <a:pt x="24317" y="7774"/>
                    <a:pt x="24983" y="7713"/>
                    <a:pt x="25618" y="7260"/>
                  </a:cubicBezTo>
                  <a:cubicBezTo>
                    <a:pt x="26888" y="6352"/>
                    <a:pt x="27523" y="4689"/>
                    <a:pt x="27191" y="3146"/>
                  </a:cubicBezTo>
                  <a:cubicBezTo>
                    <a:pt x="26646" y="757"/>
                    <a:pt x="24438" y="394"/>
                    <a:pt x="22291" y="122"/>
                  </a:cubicBezTo>
                  <a:cubicBezTo>
                    <a:pt x="21678" y="41"/>
                    <a:pt x="21061" y="1"/>
                    <a:pt x="2044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6755655" y="3237325"/>
              <a:ext cx="755813" cy="930956"/>
            </a:xfrm>
            <a:custGeom>
              <a:avLst/>
              <a:gdLst/>
              <a:ahLst/>
              <a:cxnLst/>
              <a:rect l="l" t="t" r="r" b="b"/>
              <a:pathLst>
                <a:path w="17240" h="21235" extrusionOk="0">
                  <a:moveTo>
                    <a:pt x="14831" y="0"/>
                  </a:moveTo>
                  <a:cubicBezTo>
                    <a:pt x="14522" y="0"/>
                    <a:pt x="14018" y="249"/>
                    <a:pt x="13731" y="335"/>
                  </a:cubicBezTo>
                  <a:cubicBezTo>
                    <a:pt x="13610" y="366"/>
                    <a:pt x="13519" y="396"/>
                    <a:pt x="13398" y="426"/>
                  </a:cubicBezTo>
                  <a:cubicBezTo>
                    <a:pt x="11947" y="880"/>
                    <a:pt x="10465" y="1485"/>
                    <a:pt x="9315" y="2513"/>
                  </a:cubicBezTo>
                  <a:cubicBezTo>
                    <a:pt x="8892" y="2906"/>
                    <a:pt x="8499" y="3330"/>
                    <a:pt x="8136" y="3783"/>
                  </a:cubicBezTo>
                  <a:cubicBezTo>
                    <a:pt x="6926" y="5326"/>
                    <a:pt x="5928" y="7019"/>
                    <a:pt x="4900" y="8683"/>
                  </a:cubicBezTo>
                  <a:cubicBezTo>
                    <a:pt x="3811" y="10377"/>
                    <a:pt x="2934" y="12221"/>
                    <a:pt x="1845" y="13945"/>
                  </a:cubicBezTo>
                  <a:cubicBezTo>
                    <a:pt x="908" y="15427"/>
                    <a:pt x="0" y="17061"/>
                    <a:pt x="151" y="18785"/>
                  </a:cubicBezTo>
                  <a:cubicBezTo>
                    <a:pt x="182" y="19117"/>
                    <a:pt x="272" y="19420"/>
                    <a:pt x="484" y="19662"/>
                  </a:cubicBezTo>
                  <a:cubicBezTo>
                    <a:pt x="635" y="19843"/>
                    <a:pt x="877" y="19934"/>
                    <a:pt x="1089" y="20025"/>
                  </a:cubicBezTo>
                  <a:cubicBezTo>
                    <a:pt x="1875" y="20327"/>
                    <a:pt x="2662" y="20629"/>
                    <a:pt x="3418" y="20932"/>
                  </a:cubicBezTo>
                  <a:cubicBezTo>
                    <a:pt x="3839" y="21103"/>
                    <a:pt x="4372" y="21235"/>
                    <a:pt x="4890" y="21235"/>
                  </a:cubicBezTo>
                  <a:cubicBezTo>
                    <a:pt x="5376" y="21235"/>
                    <a:pt x="5849" y="21119"/>
                    <a:pt x="6200" y="20811"/>
                  </a:cubicBezTo>
                  <a:cubicBezTo>
                    <a:pt x="6654" y="20387"/>
                    <a:pt x="6896" y="19813"/>
                    <a:pt x="7168" y="19238"/>
                  </a:cubicBezTo>
                  <a:cubicBezTo>
                    <a:pt x="8559" y="16123"/>
                    <a:pt x="10132" y="13038"/>
                    <a:pt x="12098" y="10225"/>
                  </a:cubicBezTo>
                  <a:cubicBezTo>
                    <a:pt x="12673" y="9439"/>
                    <a:pt x="13278" y="8622"/>
                    <a:pt x="14124" y="8138"/>
                  </a:cubicBezTo>
                  <a:cubicBezTo>
                    <a:pt x="14880" y="7715"/>
                    <a:pt x="16000" y="7564"/>
                    <a:pt x="16574" y="6868"/>
                  </a:cubicBezTo>
                  <a:cubicBezTo>
                    <a:pt x="17119" y="6203"/>
                    <a:pt x="17209" y="4993"/>
                    <a:pt x="17240" y="4176"/>
                  </a:cubicBezTo>
                  <a:cubicBezTo>
                    <a:pt x="17240" y="3935"/>
                    <a:pt x="17240" y="3693"/>
                    <a:pt x="17179" y="3451"/>
                  </a:cubicBezTo>
                  <a:cubicBezTo>
                    <a:pt x="17119" y="2936"/>
                    <a:pt x="16846" y="2604"/>
                    <a:pt x="16604" y="2180"/>
                  </a:cubicBezTo>
                  <a:cubicBezTo>
                    <a:pt x="16302" y="1606"/>
                    <a:pt x="16030" y="1031"/>
                    <a:pt x="15606" y="547"/>
                  </a:cubicBezTo>
                  <a:cubicBezTo>
                    <a:pt x="15455" y="335"/>
                    <a:pt x="15153" y="33"/>
                    <a:pt x="14880" y="3"/>
                  </a:cubicBezTo>
                  <a:cubicBezTo>
                    <a:pt x="14865" y="1"/>
                    <a:pt x="14848" y="0"/>
                    <a:pt x="1483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7768631" y="1992784"/>
              <a:ext cx="277204" cy="322755"/>
            </a:xfrm>
            <a:custGeom>
              <a:avLst/>
              <a:gdLst/>
              <a:ahLst/>
              <a:cxnLst/>
              <a:rect l="l" t="t" r="r" b="b"/>
              <a:pathLst>
                <a:path w="6323" h="7362" extrusionOk="0">
                  <a:moveTo>
                    <a:pt x="2996" y="0"/>
                  </a:moveTo>
                  <a:cubicBezTo>
                    <a:pt x="2885" y="0"/>
                    <a:pt x="2781" y="8"/>
                    <a:pt x="2693" y="22"/>
                  </a:cubicBezTo>
                  <a:cubicBezTo>
                    <a:pt x="2148" y="143"/>
                    <a:pt x="1634" y="415"/>
                    <a:pt x="1362" y="899"/>
                  </a:cubicBezTo>
                  <a:cubicBezTo>
                    <a:pt x="1060" y="1383"/>
                    <a:pt x="1060" y="1957"/>
                    <a:pt x="1120" y="2471"/>
                  </a:cubicBezTo>
                  <a:cubicBezTo>
                    <a:pt x="1150" y="2925"/>
                    <a:pt x="1392" y="3530"/>
                    <a:pt x="1181" y="3984"/>
                  </a:cubicBezTo>
                  <a:cubicBezTo>
                    <a:pt x="1060" y="4286"/>
                    <a:pt x="485" y="4377"/>
                    <a:pt x="152" y="4437"/>
                  </a:cubicBezTo>
                  <a:cubicBezTo>
                    <a:pt x="92" y="4437"/>
                    <a:pt x="1" y="4498"/>
                    <a:pt x="31" y="4558"/>
                  </a:cubicBezTo>
                  <a:cubicBezTo>
                    <a:pt x="182" y="5103"/>
                    <a:pt x="424" y="5647"/>
                    <a:pt x="757" y="6131"/>
                  </a:cubicBezTo>
                  <a:cubicBezTo>
                    <a:pt x="1090" y="6585"/>
                    <a:pt x="1543" y="7008"/>
                    <a:pt x="2088" y="7220"/>
                  </a:cubicBezTo>
                  <a:cubicBezTo>
                    <a:pt x="2352" y="7314"/>
                    <a:pt x="2629" y="7361"/>
                    <a:pt x="2910" y="7361"/>
                  </a:cubicBezTo>
                  <a:cubicBezTo>
                    <a:pt x="3078" y="7361"/>
                    <a:pt x="3248" y="7344"/>
                    <a:pt x="3419" y="7310"/>
                  </a:cubicBezTo>
                  <a:cubicBezTo>
                    <a:pt x="3751" y="7250"/>
                    <a:pt x="4054" y="7129"/>
                    <a:pt x="4356" y="6948"/>
                  </a:cubicBezTo>
                  <a:cubicBezTo>
                    <a:pt x="5052" y="6554"/>
                    <a:pt x="5596" y="5949"/>
                    <a:pt x="5989" y="5284"/>
                  </a:cubicBezTo>
                  <a:cubicBezTo>
                    <a:pt x="6110" y="5072"/>
                    <a:pt x="6231" y="4861"/>
                    <a:pt x="6292" y="4649"/>
                  </a:cubicBezTo>
                  <a:cubicBezTo>
                    <a:pt x="6322" y="4619"/>
                    <a:pt x="6322" y="4558"/>
                    <a:pt x="6322" y="4528"/>
                  </a:cubicBezTo>
                  <a:cubicBezTo>
                    <a:pt x="6292" y="4498"/>
                    <a:pt x="6262" y="4467"/>
                    <a:pt x="6231" y="4467"/>
                  </a:cubicBezTo>
                  <a:cubicBezTo>
                    <a:pt x="5959" y="4377"/>
                    <a:pt x="5687" y="4377"/>
                    <a:pt x="5415" y="4347"/>
                  </a:cubicBezTo>
                  <a:cubicBezTo>
                    <a:pt x="5143" y="4316"/>
                    <a:pt x="4840" y="4226"/>
                    <a:pt x="4659" y="4044"/>
                  </a:cubicBezTo>
                  <a:cubicBezTo>
                    <a:pt x="4447" y="3802"/>
                    <a:pt x="4386" y="3409"/>
                    <a:pt x="4296" y="3106"/>
                  </a:cubicBezTo>
                  <a:cubicBezTo>
                    <a:pt x="4175" y="2744"/>
                    <a:pt x="4084" y="2381"/>
                    <a:pt x="4084" y="2018"/>
                  </a:cubicBezTo>
                  <a:cubicBezTo>
                    <a:pt x="4054" y="1564"/>
                    <a:pt x="4417" y="717"/>
                    <a:pt x="4084" y="324"/>
                  </a:cubicBezTo>
                  <a:cubicBezTo>
                    <a:pt x="3850" y="90"/>
                    <a:pt x="3379" y="0"/>
                    <a:pt x="299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7744782" y="1841534"/>
              <a:ext cx="255942" cy="284000"/>
            </a:xfrm>
            <a:custGeom>
              <a:avLst/>
              <a:gdLst/>
              <a:ahLst/>
              <a:cxnLst/>
              <a:rect l="l" t="t" r="r" b="b"/>
              <a:pathLst>
                <a:path w="5838" h="6478" extrusionOk="0">
                  <a:moveTo>
                    <a:pt x="2179" y="1"/>
                  </a:moveTo>
                  <a:cubicBezTo>
                    <a:pt x="1788" y="1"/>
                    <a:pt x="1427" y="105"/>
                    <a:pt x="1150" y="417"/>
                  </a:cubicBezTo>
                  <a:cubicBezTo>
                    <a:pt x="878" y="719"/>
                    <a:pt x="726" y="1113"/>
                    <a:pt x="636" y="1506"/>
                  </a:cubicBezTo>
                  <a:cubicBezTo>
                    <a:pt x="333" y="2443"/>
                    <a:pt x="1" y="3865"/>
                    <a:pt x="303" y="4802"/>
                  </a:cubicBezTo>
                  <a:cubicBezTo>
                    <a:pt x="671" y="5879"/>
                    <a:pt x="1837" y="6477"/>
                    <a:pt x="2949" y="6477"/>
                  </a:cubicBezTo>
                  <a:cubicBezTo>
                    <a:pt x="3118" y="6477"/>
                    <a:pt x="3285" y="6463"/>
                    <a:pt x="3448" y="6436"/>
                  </a:cubicBezTo>
                  <a:cubicBezTo>
                    <a:pt x="4416" y="6284"/>
                    <a:pt x="4447" y="5710"/>
                    <a:pt x="4809" y="4651"/>
                  </a:cubicBezTo>
                  <a:lnTo>
                    <a:pt x="5596" y="2715"/>
                  </a:lnTo>
                  <a:cubicBezTo>
                    <a:pt x="5838" y="1657"/>
                    <a:pt x="5142" y="598"/>
                    <a:pt x="4084" y="387"/>
                  </a:cubicBezTo>
                  <a:cubicBezTo>
                    <a:pt x="3523" y="274"/>
                    <a:pt x="2812" y="1"/>
                    <a:pt x="217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7743467" y="1797782"/>
              <a:ext cx="290401" cy="268875"/>
            </a:xfrm>
            <a:custGeom>
              <a:avLst/>
              <a:gdLst/>
              <a:ahLst/>
              <a:cxnLst/>
              <a:rect l="l" t="t" r="r" b="b"/>
              <a:pathLst>
                <a:path w="6624" h="6133" extrusionOk="0">
                  <a:moveTo>
                    <a:pt x="1885" y="0"/>
                  </a:moveTo>
                  <a:cubicBezTo>
                    <a:pt x="1038" y="0"/>
                    <a:pt x="0" y="381"/>
                    <a:pt x="0" y="1385"/>
                  </a:cubicBezTo>
                  <a:cubicBezTo>
                    <a:pt x="0" y="1748"/>
                    <a:pt x="182" y="2080"/>
                    <a:pt x="454" y="2292"/>
                  </a:cubicBezTo>
                  <a:cubicBezTo>
                    <a:pt x="756" y="2504"/>
                    <a:pt x="1089" y="2655"/>
                    <a:pt x="1422" y="2746"/>
                  </a:cubicBezTo>
                  <a:cubicBezTo>
                    <a:pt x="1972" y="2894"/>
                    <a:pt x="2552" y="2968"/>
                    <a:pt x="3131" y="2968"/>
                  </a:cubicBezTo>
                  <a:cubicBezTo>
                    <a:pt x="3378" y="2968"/>
                    <a:pt x="3624" y="2954"/>
                    <a:pt x="3867" y="2928"/>
                  </a:cubicBezTo>
                  <a:lnTo>
                    <a:pt x="3867" y="2928"/>
                  </a:lnTo>
                  <a:cubicBezTo>
                    <a:pt x="3548" y="2970"/>
                    <a:pt x="4567" y="4379"/>
                    <a:pt x="4597" y="4439"/>
                  </a:cubicBezTo>
                  <a:cubicBezTo>
                    <a:pt x="4809" y="4923"/>
                    <a:pt x="4688" y="5649"/>
                    <a:pt x="4628" y="6133"/>
                  </a:cubicBezTo>
                  <a:cubicBezTo>
                    <a:pt x="4809" y="6133"/>
                    <a:pt x="4991" y="6073"/>
                    <a:pt x="5142" y="5952"/>
                  </a:cubicBezTo>
                  <a:cubicBezTo>
                    <a:pt x="6563" y="4923"/>
                    <a:pt x="6624" y="2504"/>
                    <a:pt x="5717" y="1173"/>
                  </a:cubicBezTo>
                  <a:cubicBezTo>
                    <a:pt x="5505" y="870"/>
                    <a:pt x="5233" y="598"/>
                    <a:pt x="4870" y="477"/>
                  </a:cubicBezTo>
                  <a:cubicBezTo>
                    <a:pt x="4839" y="447"/>
                    <a:pt x="4779" y="447"/>
                    <a:pt x="4718" y="417"/>
                  </a:cubicBezTo>
                  <a:cubicBezTo>
                    <a:pt x="4477" y="356"/>
                    <a:pt x="4235" y="356"/>
                    <a:pt x="3993" y="356"/>
                  </a:cubicBezTo>
                  <a:cubicBezTo>
                    <a:pt x="3388" y="296"/>
                    <a:pt x="2843" y="114"/>
                    <a:pt x="2238" y="24"/>
                  </a:cubicBezTo>
                  <a:cubicBezTo>
                    <a:pt x="2127" y="8"/>
                    <a:pt x="2008" y="0"/>
                    <a:pt x="188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7154734" y="2399447"/>
              <a:ext cx="486675" cy="337047"/>
            </a:xfrm>
            <a:custGeom>
              <a:avLst/>
              <a:gdLst/>
              <a:ahLst/>
              <a:cxnLst/>
              <a:rect l="l" t="t" r="r" b="b"/>
              <a:pathLst>
                <a:path w="11101" h="7688" extrusionOk="0">
                  <a:moveTo>
                    <a:pt x="1090" y="0"/>
                  </a:moveTo>
                  <a:cubicBezTo>
                    <a:pt x="787" y="605"/>
                    <a:pt x="424" y="1150"/>
                    <a:pt x="1" y="1634"/>
                  </a:cubicBezTo>
                  <a:cubicBezTo>
                    <a:pt x="817" y="2480"/>
                    <a:pt x="1664" y="3569"/>
                    <a:pt x="2632" y="4265"/>
                  </a:cubicBezTo>
                  <a:cubicBezTo>
                    <a:pt x="3539" y="4900"/>
                    <a:pt x="4477" y="5535"/>
                    <a:pt x="5415" y="6170"/>
                  </a:cubicBezTo>
                  <a:cubicBezTo>
                    <a:pt x="5808" y="6412"/>
                    <a:pt x="6261" y="6624"/>
                    <a:pt x="6655" y="6896"/>
                  </a:cubicBezTo>
                  <a:cubicBezTo>
                    <a:pt x="7048" y="7198"/>
                    <a:pt x="7501" y="7440"/>
                    <a:pt x="7955" y="7561"/>
                  </a:cubicBezTo>
                  <a:cubicBezTo>
                    <a:pt x="8227" y="7643"/>
                    <a:pt x="8505" y="7688"/>
                    <a:pt x="8778" y="7688"/>
                  </a:cubicBezTo>
                  <a:cubicBezTo>
                    <a:pt x="9113" y="7688"/>
                    <a:pt x="9440" y="7621"/>
                    <a:pt x="9739" y="7471"/>
                  </a:cubicBezTo>
                  <a:cubicBezTo>
                    <a:pt x="9891" y="7410"/>
                    <a:pt x="10042" y="7289"/>
                    <a:pt x="10133" y="7168"/>
                  </a:cubicBezTo>
                  <a:cubicBezTo>
                    <a:pt x="11100" y="6079"/>
                    <a:pt x="9951" y="4083"/>
                    <a:pt x="8983" y="3448"/>
                  </a:cubicBezTo>
                  <a:cubicBezTo>
                    <a:pt x="7350" y="2359"/>
                    <a:pt x="5505" y="1664"/>
                    <a:pt x="3691" y="968"/>
                  </a:cubicBezTo>
                  <a:cubicBezTo>
                    <a:pt x="2844" y="666"/>
                    <a:pt x="1997" y="363"/>
                    <a:pt x="1150" y="31"/>
                  </a:cubicBezTo>
                  <a:cubicBezTo>
                    <a:pt x="1120" y="31"/>
                    <a:pt x="1120" y="31"/>
                    <a:pt x="109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7914488" y="1936931"/>
              <a:ext cx="79615" cy="93205"/>
            </a:xfrm>
            <a:custGeom>
              <a:avLst/>
              <a:gdLst/>
              <a:ahLst/>
              <a:cxnLst/>
              <a:rect l="l" t="t" r="r" b="b"/>
              <a:pathLst>
                <a:path w="1816" h="2126" extrusionOk="0">
                  <a:moveTo>
                    <a:pt x="670" y="1"/>
                  </a:moveTo>
                  <a:cubicBezTo>
                    <a:pt x="592" y="1"/>
                    <a:pt x="518" y="18"/>
                    <a:pt x="455" y="56"/>
                  </a:cubicBezTo>
                  <a:cubicBezTo>
                    <a:pt x="394" y="86"/>
                    <a:pt x="334" y="116"/>
                    <a:pt x="273" y="177"/>
                  </a:cubicBezTo>
                  <a:cubicBezTo>
                    <a:pt x="61" y="388"/>
                    <a:pt x="1" y="721"/>
                    <a:pt x="1" y="1054"/>
                  </a:cubicBezTo>
                  <a:cubicBezTo>
                    <a:pt x="31" y="1175"/>
                    <a:pt x="31" y="1296"/>
                    <a:pt x="61" y="1417"/>
                  </a:cubicBezTo>
                  <a:cubicBezTo>
                    <a:pt x="112" y="1771"/>
                    <a:pt x="226" y="2125"/>
                    <a:pt x="563" y="2125"/>
                  </a:cubicBezTo>
                  <a:cubicBezTo>
                    <a:pt x="629" y="2125"/>
                    <a:pt x="703" y="2112"/>
                    <a:pt x="787" y="2082"/>
                  </a:cubicBezTo>
                  <a:cubicBezTo>
                    <a:pt x="1664" y="1779"/>
                    <a:pt x="1816" y="509"/>
                    <a:pt x="999" y="86"/>
                  </a:cubicBezTo>
                  <a:cubicBezTo>
                    <a:pt x="893" y="33"/>
                    <a:pt x="778" y="1"/>
                    <a:pt x="67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8139916" y="3514528"/>
              <a:ext cx="22578" cy="555637"/>
            </a:xfrm>
            <a:custGeom>
              <a:avLst/>
              <a:gdLst/>
              <a:ahLst/>
              <a:cxnLst/>
              <a:rect l="l" t="t" r="r" b="b"/>
              <a:pathLst>
                <a:path w="515" h="12674" extrusionOk="0">
                  <a:moveTo>
                    <a:pt x="0" y="1"/>
                  </a:moveTo>
                  <a:lnTo>
                    <a:pt x="0" y="12673"/>
                  </a:lnTo>
                  <a:lnTo>
                    <a:pt x="515" y="12673"/>
                  </a:lnTo>
                  <a:lnTo>
                    <a:pt x="515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7889324" y="4070117"/>
              <a:ext cx="531743" cy="141912"/>
            </a:xfrm>
            <a:custGeom>
              <a:avLst/>
              <a:gdLst/>
              <a:ahLst/>
              <a:cxnLst/>
              <a:rect l="l" t="t" r="r" b="b"/>
              <a:pathLst>
                <a:path w="12129" h="3237" fill="none" extrusionOk="0">
                  <a:moveTo>
                    <a:pt x="12128" y="3236"/>
                  </a:moveTo>
                  <a:cubicBezTo>
                    <a:pt x="12128" y="938"/>
                    <a:pt x="8075" y="0"/>
                    <a:pt x="6049" y="0"/>
                  </a:cubicBezTo>
                  <a:cubicBezTo>
                    <a:pt x="3660" y="0"/>
                    <a:pt x="0" y="877"/>
                    <a:pt x="0" y="3236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8151840" y="4072747"/>
              <a:ext cx="44" cy="165805"/>
            </a:xfrm>
            <a:custGeom>
              <a:avLst/>
              <a:gdLst/>
              <a:ahLst/>
              <a:cxnLst/>
              <a:rect l="l" t="t" r="r" b="b"/>
              <a:pathLst>
                <a:path w="1" h="3782" fill="none" extrusionOk="0">
                  <a:moveTo>
                    <a:pt x="1" y="378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7845571" y="4192081"/>
              <a:ext cx="87550" cy="87550"/>
            </a:xfrm>
            <a:custGeom>
              <a:avLst/>
              <a:gdLst/>
              <a:ahLst/>
              <a:cxnLst/>
              <a:rect l="l" t="t" r="r" b="b"/>
              <a:pathLst>
                <a:path w="1997" h="1997" extrusionOk="0">
                  <a:moveTo>
                    <a:pt x="998" y="1"/>
                  </a:moveTo>
                  <a:cubicBezTo>
                    <a:pt x="454" y="1"/>
                    <a:pt x="0" y="454"/>
                    <a:pt x="0" y="999"/>
                  </a:cubicBezTo>
                  <a:cubicBezTo>
                    <a:pt x="0" y="1543"/>
                    <a:pt x="454" y="1997"/>
                    <a:pt x="998" y="1997"/>
                  </a:cubicBezTo>
                  <a:cubicBezTo>
                    <a:pt x="1543" y="1997"/>
                    <a:pt x="1996" y="1543"/>
                    <a:pt x="1996" y="999"/>
                  </a:cubicBezTo>
                  <a:cubicBezTo>
                    <a:pt x="1996" y="454"/>
                    <a:pt x="1543" y="1"/>
                    <a:pt x="99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8109403" y="4192081"/>
              <a:ext cx="86235" cy="87550"/>
            </a:xfrm>
            <a:custGeom>
              <a:avLst/>
              <a:gdLst/>
              <a:ahLst/>
              <a:cxnLst/>
              <a:rect l="l" t="t" r="r" b="b"/>
              <a:pathLst>
                <a:path w="1967" h="1997" extrusionOk="0">
                  <a:moveTo>
                    <a:pt x="999" y="1"/>
                  </a:moveTo>
                  <a:cubicBezTo>
                    <a:pt x="424" y="1"/>
                    <a:pt x="1" y="454"/>
                    <a:pt x="1" y="999"/>
                  </a:cubicBezTo>
                  <a:cubicBezTo>
                    <a:pt x="1" y="1543"/>
                    <a:pt x="424" y="1997"/>
                    <a:pt x="999" y="1997"/>
                  </a:cubicBezTo>
                  <a:cubicBezTo>
                    <a:pt x="1543" y="1997"/>
                    <a:pt x="1967" y="1543"/>
                    <a:pt x="1967" y="999"/>
                  </a:cubicBezTo>
                  <a:cubicBezTo>
                    <a:pt x="1967" y="454"/>
                    <a:pt x="1543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8371963" y="4192081"/>
              <a:ext cx="87550" cy="87550"/>
            </a:xfrm>
            <a:custGeom>
              <a:avLst/>
              <a:gdLst/>
              <a:ahLst/>
              <a:cxnLst/>
              <a:rect l="l" t="t" r="r" b="b"/>
              <a:pathLst>
                <a:path w="1997" h="1997" extrusionOk="0">
                  <a:moveTo>
                    <a:pt x="998" y="1"/>
                  </a:moveTo>
                  <a:cubicBezTo>
                    <a:pt x="454" y="1"/>
                    <a:pt x="0" y="454"/>
                    <a:pt x="0" y="999"/>
                  </a:cubicBezTo>
                  <a:cubicBezTo>
                    <a:pt x="0" y="1543"/>
                    <a:pt x="454" y="1997"/>
                    <a:pt x="998" y="1997"/>
                  </a:cubicBezTo>
                  <a:cubicBezTo>
                    <a:pt x="1543" y="1997"/>
                    <a:pt x="1996" y="1543"/>
                    <a:pt x="1996" y="999"/>
                  </a:cubicBezTo>
                  <a:cubicBezTo>
                    <a:pt x="1996" y="454"/>
                    <a:pt x="1543" y="1"/>
                    <a:pt x="99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7626764" y="2697387"/>
              <a:ext cx="672297" cy="310611"/>
            </a:xfrm>
            <a:custGeom>
              <a:avLst/>
              <a:gdLst/>
              <a:ahLst/>
              <a:cxnLst/>
              <a:rect l="l" t="t" r="r" b="b"/>
              <a:pathLst>
                <a:path w="15335" h="7085" extrusionOk="0">
                  <a:moveTo>
                    <a:pt x="13432" y="0"/>
                  </a:moveTo>
                  <a:cubicBezTo>
                    <a:pt x="11760" y="0"/>
                    <a:pt x="9833" y="2333"/>
                    <a:pt x="8772" y="3064"/>
                  </a:cubicBezTo>
                  <a:cubicBezTo>
                    <a:pt x="7532" y="3941"/>
                    <a:pt x="6019" y="4425"/>
                    <a:pt x="4598" y="4969"/>
                  </a:cubicBezTo>
                  <a:cubicBezTo>
                    <a:pt x="4326" y="5060"/>
                    <a:pt x="4023" y="5090"/>
                    <a:pt x="3721" y="5151"/>
                  </a:cubicBezTo>
                  <a:cubicBezTo>
                    <a:pt x="2904" y="5242"/>
                    <a:pt x="1574" y="5121"/>
                    <a:pt x="848" y="5484"/>
                  </a:cubicBezTo>
                  <a:cubicBezTo>
                    <a:pt x="394" y="5725"/>
                    <a:pt x="1" y="6784"/>
                    <a:pt x="848" y="6784"/>
                  </a:cubicBezTo>
                  <a:cubicBezTo>
                    <a:pt x="1550" y="6991"/>
                    <a:pt x="2253" y="7084"/>
                    <a:pt x="2965" y="7084"/>
                  </a:cubicBezTo>
                  <a:cubicBezTo>
                    <a:pt x="3296" y="7084"/>
                    <a:pt x="3628" y="7064"/>
                    <a:pt x="3963" y="7026"/>
                  </a:cubicBezTo>
                  <a:cubicBezTo>
                    <a:pt x="4417" y="6966"/>
                    <a:pt x="4870" y="6905"/>
                    <a:pt x="5354" y="6845"/>
                  </a:cubicBezTo>
                  <a:cubicBezTo>
                    <a:pt x="8137" y="6391"/>
                    <a:pt x="11645" y="5907"/>
                    <a:pt x="14034" y="4274"/>
                  </a:cubicBezTo>
                  <a:cubicBezTo>
                    <a:pt x="14579" y="3911"/>
                    <a:pt x="15123" y="3397"/>
                    <a:pt x="15244" y="2731"/>
                  </a:cubicBezTo>
                  <a:cubicBezTo>
                    <a:pt x="15335" y="2338"/>
                    <a:pt x="15274" y="1915"/>
                    <a:pt x="15153" y="1522"/>
                  </a:cubicBezTo>
                  <a:cubicBezTo>
                    <a:pt x="15093" y="1219"/>
                    <a:pt x="14972" y="886"/>
                    <a:pt x="14760" y="644"/>
                  </a:cubicBezTo>
                  <a:cubicBezTo>
                    <a:pt x="14354" y="185"/>
                    <a:pt x="13903" y="0"/>
                    <a:pt x="1343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7898574" y="1645831"/>
              <a:ext cx="234767" cy="209778"/>
            </a:xfrm>
            <a:custGeom>
              <a:avLst/>
              <a:gdLst/>
              <a:ahLst/>
              <a:cxnLst/>
              <a:rect l="l" t="t" r="r" b="b"/>
              <a:pathLst>
                <a:path w="5355" h="4785" extrusionOk="0">
                  <a:moveTo>
                    <a:pt x="2353" y="0"/>
                  </a:moveTo>
                  <a:cubicBezTo>
                    <a:pt x="2105" y="0"/>
                    <a:pt x="1861" y="34"/>
                    <a:pt x="1634" y="102"/>
                  </a:cubicBezTo>
                  <a:cubicBezTo>
                    <a:pt x="1090" y="253"/>
                    <a:pt x="576" y="647"/>
                    <a:pt x="273" y="1161"/>
                  </a:cubicBezTo>
                  <a:cubicBezTo>
                    <a:pt x="92" y="1494"/>
                    <a:pt x="1" y="1887"/>
                    <a:pt x="1" y="2250"/>
                  </a:cubicBezTo>
                  <a:cubicBezTo>
                    <a:pt x="61" y="3217"/>
                    <a:pt x="878" y="3943"/>
                    <a:pt x="1725" y="4427"/>
                  </a:cubicBezTo>
                  <a:cubicBezTo>
                    <a:pt x="2136" y="4664"/>
                    <a:pt x="2596" y="4785"/>
                    <a:pt x="3044" y="4785"/>
                  </a:cubicBezTo>
                  <a:cubicBezTo>
                    <a:pt x="3915" y="4785"/>
                    <a:pt x="4743" y="4327"/>
                    <a:pt x="5082" y="3369"/>
                  </a:cubicBezTo>
                  <a:cubicBezTo>
                    <a:pt x="5354" y="2613"/>
                    <a:pt x="5173" y="1735"/>
                    <a:pt x="4689" y="1100"/>
                  </a:cubicBezTo>
                  <a:cubicBezTo>
                    <a:pt x="4175" y="465"/>
                    <a:pt x="3388" y="72"/>
                    <a:pt x="2602" y="12"/>
                  </a:cubicBezTo>
                  <a:cubicBezTo>
                    <a:pt x="2519" y="4"/>
                    <a:pt x="2436" y="0"/>
                    <a:pt x="235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7743467" y="2183314"/>
              <a:ext cx="326218" cy="156555"/>
            </a:xfrm>
            <a:custGeom>
              <a:avLst/>
              <a:gdLst/>
              <a:ahLst/>
              <a:cxnLst/>
              <a:rect l="l" t="t" r="r" b="b"/>
              <a:pathLst>
                <a:path w="7441" h="3571" extrusionOk="0">
                  <a:moveTo>
                    <a:pt x="968" y="1"/>
                  </a:moveTo>
                  <a:cubicBezTo>
                    <a:pt x="817" y="31"/>
                    <a:pt x="666" y="91"/>
                    <a:pt x="514" y="121"/>
                  </a:cubicBezTo>
                  <a:cubicBezTo>
                    <a:pt x="333" y="182"/>
                    <a:pt x="152" y="273"/>
                    <a:pt x="0" y="394"/>
                  </a:cubicBezTo>
                  <a:cubicBezTo>
                    <a:pt x="212" y="1089"/>
                    <a:pt x="545" y="1724"/>
                    <a:pt x="998" y="2299"/>
                  </a:cubicBezTo>
                  <a:cubicBezTo>
                    <a:pt x="1543" y="2934"/>
                    <a:pt x="2359" y="3509"/>
                    <a:pt x="3236" y="3569"/>
                  </a:cubicBezTo>
                  <a:cubicBezTo>
                    <a:pt x="3261" y="3570"/>
                    <a:pt x="3286" y="3571"/>
                    <a:pt x="3311" y="3571"/>
                  </a:cubicBezTo>
                  <a:cubicBezTo>
                    <a:pt x="4173" y="3571"/>
                    <a:pt x="5190" y="3069"/>
                    <a:pt x="5807" y="2511"/>
                  </a:cubicBezTo>
                  <a:cubicBezTo>
                    <a:pt x="6170" y="2178"/>
                    <a:pt x="6473" y="1785"/>
                    <a:pt x="6745" y="1392"/>
                  </a:cubicBezTo>
                  <a:cubicBezTo>
                    <a:pt x="6896" y="1210"/>
                    <a:pt x="7017" y="999"/>
                    <a:pt x="7168" y="787"/>
                  </a:cubicBezTo>
                  <a:cubicBezTo>
                    <a:pt x="7229" y="636"/>
                    <a:pt x="7319" y="394"/>
                    <a:pt x="7440" y="303"/>
                  </a:cubicBezTo>
                  <a:cubicBezTo>
                    <a:pt x="7289" y="212"/>
                    <a:pt x="7108" y="152"/>
                    <a:pt x="6957" y="121"/>
                  </a:cubicBezTo>
                  <a:cubicBezTo>
                    <a:pt x="6775" y="61"/>
                    <a:pt x="6594" y="61"/>
                    <a:pt x="6442" y="1"/>
                  </a:cubicBezTo>
                  <a:cubicBezTo>
                    <a:pt x="6019" y="515"/>
                    <a:pt x="5717" y="1120"/>
                    <a:pt x="5233" y="1603"/>
                  </a:cubicBezTo>
                  <a:cubicBezTo>
                    <a:pt x="4779" y="2087"/>
                    <a:pt x="4023" y="2511"/>
                    <a:pt x="3357" y="2511"/>
                  </a:cubicBezTo>
                  <a:cubicBezTo>
                    <a:pt x="3340" y="2512"/>
                    <a:pt x="3322" y="2512"/>
                    <a:pt x="3304" y="2512"/>
                  </a:cubicBezTo>
                  <a:cubicBezTo>
                    <a:pt x="2660" y="2512"/>
                    <a:pt x="2077" y="1984"/>
                    <a:pt x="1694" y="1513"/>
                  </a:cubicBezTo>
                  <a:cubicBezTo>
                    <a:pt x="1361" y="1059"/>
                    <a:pt x="1119" y="545"/>
                    <a:pt x="96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8059030" y="2233380"/>
              <a:ext cx="308989" cy="601012"/>
            </a:xfrm>
            <a:custGeom>
              <a:avLst/>
              <a:gdLst/>
              <a:ahLst/>
              <a:cxnLst/>
              <a:rect l="l" t="t" r="r" b="b"/>
              <a:pathLst>
                <a:path w="7048" h="13709" extrusionOk="0">
                  <a:moveTo>
                    <a:pt x="1445" y="0"/>
                  </a:moveTo>
                  <a:cubicBezTo>
                    <a:pt x="744" y="0"/>
                    <a:pt x="168" y="421"/>
                    <a:pt x="61" y="1550"/>
                  </a:cubicBezTo>
                  <a:cubicBezTo>
                    <a:pt x="1" y="2125"/>
                    <a:pt x="152" y="2700"/>
                    <a:pt x="333" y="3244"/>
                  </a:cubicBezTo>
                  <a:cubicBezTo>
                    <a:pt x="968" y="5543"/>
                    <a:pt x="2360" y="8416"/>
                    <a:pt x="1513" y="10866"/>
                  </a:cubicBezTo>
                  <a:cubicBezTo>
                    <a:pt x="1513" y="10896"/>
                    <a:pt x="1482" y="10926"/>
                    <a:pt x="1482" y="10956"/>
                  </a:cubicBezTo>
                  <a:cubicBezTo>
                    <a:pt x="1997" y="11107"/>
                    <a:pt x="2481" y="11289"/>
                    <a:pt x="2934" y="11531"/>
                  </a:cubicBezTo>
                  <a:cubicBezTo>
                    <a:pt x="3932" y="12015"/>
                    <a:pt x="4840" y="12741"/>
                    <a:pt x="5384" y="13708"/>
                  </a:cubicBezTo>
                  <a:cubicBezTo>
                    <a:pt x="6836" y="12257"/>
                    <a:pt x="7047" y="10170"/>
                    <a:pt x="6775" y="8234"/>
                  </a:cubicBezTo>
                  <a:cubicBezTo>
                    <a:pt x="6745" y="7992"/>
                    <a:pt x="6685" y="7750"/>
                    <a:pt x="6654" y="7539"/>
                  </a:cubicBezTo>
                  <a:cubicBezTo>
                    <a:pt x="6110" y="5119"/>
                    <a:pt x="5354" y="2609"/>
                    <a:pt x="3539" y="945"/>
                  </a:cubicBezTo>
                  <a:cubicBezTo>
                    <a:pt x="2940" y="406"/>
                    <a:pt x="2133" y="0"/>
                    <a:pt x="144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8093489" y="2692476"/>
              <a:ext cx="225473" cy="167121"/>
            </a:xfrm>
            <a:custGeom>
              <a:avLst/>
              <a:gdLst/>
              <a:ahLst/>
              <a:cxnLst/>
              <a:rect l="l" t="t" r="r" b="b"/>
              <a:pathLst>
                <a:path w="5143" h="3812" extrusionOk="0">
                  <a:moveTo>
                    <a:pt x="908" y="0"/>
                  </a:moveTo>
                  <a:cubicBezTo>
                    <a:pt x="636" y="333"/>
                    <a:pt x="334" y="635"/>
                    <a:pt x="1" y="938"/>
                  </a:cubicBezTo>
                  <a:cubicBezTo>
                    <a:pt x="1" y="938"/>
                    <a:pt x="1" y="968"/>
                    <a:pt x="31" y="968"/>
                  </a:cubicBezTo>
                  <a:cubicBezTo>
                    <a:pt x="213" y="1240"/>
                    <a:pt x="455" y="1331"/>
                    <a:pt x="727" y="1452"/>
                  </a:cubicBezTo>
                  <a:lnTo>
                    <a:pt x="848" y="1513"/>
                  </a:lnTo>
                  <a:cubicBezTo>
                    <a:pt x="878" y="1543"/>
                    <a:pt x="908" y="1543"/>
                    <a:pt x="908" y="1543"/>
                  </a:cubicBezTo>
                  <a:lnTo>
                    <a:pt x="938" y="1543"/>
                  </a:lnTo>
                  <a:cubicBezTo>
                    <a:pt x="1029" y="1603"/>
                    <a:pt x="1150" y="1634"/>
                    <a:pt x="1241" y="1694"/>
                  </a:cubicBezTo>
                  <a:cubicBezTo>
                    <a:pt x="1634" y="1906"/>
                    <a:pt x="2027" y="2117"/>
                    <a:pt x="2420" y="2359"/>
                  </a:cubicBezTo>
                  <a:cubicBezTo>
                    <a:pt x="2783" y="2601"/>
                    <a:pt x="3146" y="2843"/>
                    <a:pt x="3479" y="3116"/>
                  </a:cubicBezTo>
                  <a:cubicBezTo>
                    <a:pt x="3751" y="3357"/>
                    <a:pt x="4114" y="3690"/>
                    <a:pt x="4477" y="3811"/>
                  </a:cubicBezTo>
                  <a:cubicBezTo>
                    <a:pt x="4689" y="3599"/>
                    <a:pt x="4900" y="3357"/>
                    <a:pt x="5142" y="3146"/>
                  </a:cubicBezTo>
                  <a:cubicBezTo>
                    <a:pt x="5052" y="2934"/>
                    <a:pt x="4870" y="2722"/>
                    <a:pt x="4749" y="2571"/>
                  </a:cubicBezTo>
                  <a:cubicBezTo>
                    <a:pt x="4598" y="2390"/>
                    <a:pt x="4417" y="2238"/>
                    <a:pt x="4265" y="2087"/>
                  </a:cubicBezTo>
                  <a:cubicBezTo>
                    <a:pt x="3872" y="1755"/>
                    <a:pt x="3449" y="1422"/>
                    <a:pt x="3056" y="1150"/>
                  </a:cubicBezTo>
                  <a:cubicBezTo>
                    <a:pt x="2662" y="877"/>
                    <a:pt x="2269" y="635"/>
                    <a:pt x="1846" y="424"/>
                  </a:cubicBezTo>
                  <a:cubicBezTo>
                    <a:pt x="1664" y="333"/>
                    <a:pt x="1453" y="212"/>
                    <a:pt x="1241" y="121"/>
                  </a:cubicBezTo>
                  <a:cubicBezTo>
                    <a:pt x="1150" y="91"/>
                    <a:pt x="1029" y="31"/>
                    <a:pt x="90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4907300" y="3851310"/>
              <a:ext cx="590095" cy="328893"/>
            </a:xfrm>
            <a:custGeom>
              <a:avLst/>
              <a:gdLst/>
              <a:ahLst/>
              <a:cxnLst/>
              <a:rect l="l" t="t" r="r" b="b"/>
              <a:pathLst>
                <a:path w="13460" h="7502" fill="none" extrusionOk="0">
                  <a:moveTo>
                    <a:pt x="0" y="1"/>
                  </a:moveTo>
                  <a:cubicBezTo>
                    <a:pt x="152" y="92"/>
                    <a:pt x="13459" y="7501"/>
                    <a:pt x="13459" y="7501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4834350" y="3810231"/>
              <a:ext cx="624598" cy="385885"/>
            </a:xfrm>
            <a:custGeom>
              <a:avLst/>
              <a:gdLst/>
              <a:ahLst/>
              <a:cxnLst/>
              <a:rect l="l" t="t" r="r" b="b"/>
              <a:pathLst>
                <a:path w="14247" h="8802" fill="none" extrusionOk="0">
                  <a:moveTo>
                    <a:pt x="14246" y="0"/>
                  </a:moveTo>
                  <a:lnTo>
                    <a:pt x="1" y="880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4807870" y="3510582"/>
              <a:ext cx="706755" cy="831394"/>
            </a:xfrm>
            <a:custGeom>
              <a:avLst/>
              <a:gdLst/>
              <a:ahLst/>
              <a:cxnLst/>
              <a:rect l="l" t="t" r="r" b="b"/>
              <a:pathLst>
                <a:path w="16121" h="18964" fill="none" extrusionOk="0">
                  <a:moveTo>
                    <a:pt x="0" y="18691"/>
                  </a:moveTo>
                  <a:lnTo>
                    <a:pt x="3871" y="0"/>
                  </a:lnTo>
                  <a:lnTo>
                    <a:pt x="14124" y="1028"/>
                  </a:lnTo>
                  <a:lnTo>
                    <a:pt x="16120" y="1896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5831456" y="2758763"/>
              <a:ext cx="258616" cy="511927"/>
            </a:xfrm>
            <a:custGeom>
              <a:avLst/>
              <a:gdLst/>
              <a:ahLst/>
              <a:cxnLst/>
              <a:rect l="l" t="t" r="r" b="b"/>
              <a:pathLst>
                <a:path w="5899" h="11677" extrusionOk="0">
                  <a:moveTo>
                    <a:pt x="3201" y="0"/>
                  </a:moveTo>
                  <a:cubicBezTo>
                    <a:pt x="2711" y="0"/>
                    <a:pt x="2220" y="144"/>
                    <a:pt x="1815" y="424"/>
                  </a:cubicBezTo>
                  <a:cubicBezTo>
                    <a:pt x="1120" y="878"/>
                    <a:pt x="727" y="1664"/>
                    <a:pt x="515" y="2481"/>
                  </a:cubicBezTo>
                  <a:cubicBezTo>
                    <a:pt x="212" y="3630"/>
                    <a:pt x="243" y="4688"/>
                    <a:pt x="243" y="5838"/>
                  </a:cubicBezTo>
                  <a:cubicBezTo>
                    <a:pt x="212" y="7592"/>
                    <a:pt x="333" y="9528"/>
                    <a:pt x="1" y="11251"/>
                  </a:cubicBezTo>
                  <a:cubicBezTo>
                    <a:pt x="293" y="11281"/>
                    <a:pt x="3292" y="11676"/>
                    <a:pt x="3498" y="11676"/>
                  </a:cubicBezTo>
                  <a:cubicBezTo>
                    <a:pt x="3505" y="11676"/>
                    <a:pt x="3509" y="11676"/>
                    <a:pt x="3509" y="11675"/>
                  </a:cubicBezTo>
                  <a:cubicBezTo>
                    <a:pt x="4084" y="10253"/>
                    <a:pt x="4598" y="8802"/>
                    <a:pt x="5021" y="7320"/>
                  </a:cubicBezTo>
                  <a:cubicBezTo>
                    <a:pt x="5445" y="5959"/>
                    <a:pt x="5898" y="4386"/>
                    <a:pt x="5808" y="2934"/>
                  </a:cubicBezTo>
                  <a:cubicBezTo>
                    <a:pt x="5747" y="1966"/>
                    <a:pt x="5324" y="938"/>
                    <a:pt x="4507" y="394"/>
                  </a:cubicBezTo>
                  <a:cubicBezTo>
                    <a:pt x="4125" y="129"/>
                    <a:pt x="3664" y="0"/>
                    <a:pt x="320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5826151" y="3706812"/>
              <a:ext cx="273215" cy="552962"/>
            </a:xfrm>
            <a:custGeom>
              <a:avLst/>
              <a:gdLst/>
              <a:ahLst/>
              <a:cxnLst/>
              <a:rect l="l" t="t" r="r" b="b"/>
              <a:pathLst>
                <a:path w="6232" h="12613" extrusionOk="0">
                  <a:moveTo>
                    <a:pt x="5657" y="0"/>
                  </a:moveTo>
                  <a:cubicBezTo>
                    <a:pt x="4749" y="363"/>
                    <a:pt x="4296" y="424"/>
                    <a:pt x="3388" y="696"/>
                  </a:cubicBezTo>
                  <a:cubicBezTo>
                    <a:pt x="2269" y="998"/>
                    <a:pt x="1150" y="1301"/>
                    <a:pt x="1" y="1543"/>
                  </a:cubicBezTo>
                  <a:cubicBezTo>
                    <a:pt x="575" y="3569"/>
                    <a:pt x="1090" y="5323"/>
                    <a:pt x="1211" y="5686"/>
                  </a:cubicBezTo>
                  <a:cubicBezTo>
                    <a:pt x="1725" y="7229"/>
                    <a:pt x="2088" y="11191"/>
                    <a:pt x="2995" y="12612"/>
                  </a:cubicBezTo>
                  <a:cubicBezTo>
                    <a:pt x="4175" y="12582"/>
                    <a:pt x="5052" y="12158"/>
                    <a:pt x="6201" y="12038"/>
                  </a:cubicBezTo>
                  <a:cubicBezTo>
                    <a:pt x="6231" y="10888"/>
                    <a:pt x="5657" y="4053"/>
                    <a:pt x="565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4634131" y="2385813"/>
              <a:ext cx="1323330" cy="1272870"/>
            </a:xfrm>
            <a:custGeom>
              <a:avLst/>
              <a:gdLst/>
              <a:ahLst/>
              <a:cxnLst/>
              <a:rect l="l" t="t" r="r" b="b"/>
              <a:pathLst>
                <a:path w="30185" h="29034" extrusionOk="0">
                  <a:moveTo>
                    <a:pt x="6721" y="1"/>
                  </a:moveTo>
                  <a:cubicBezTo>
                    <a:pt x="6104" y="1"/>
                    <a:pt x="5492" y="84"/>
                    <a:pt x="4901" y="281"/>
                  </a:cubicBezTo>
                  <a:cubicBezTo>
                    <a:pt x="2481" y="1067"/>
                    <a:pt x="1060" y="3638"/>
                    <a:pt x="636" y="6118"/>
                  </a:cubicBezTo>
                  <a:cubicBezTo>
                    <a:pt x="1" y="9990"/>
                    <a:pt x="455" y="14738"/>
                    <a:pt x="1664" y="18488"/>
                  </a:cubicBezTo>
                  <a:cubicBezTo>
                    <a:pt x="2814" y="22057"/>
                    <a:pt x="5747" y="25868"/>
                    <a:pt x="9377" y="27138"/>
                  </a:cubicBezTo>
                  <a:cubicBezTo>
                    <a:pt x="10949" y="27682"/>
                    <a:pt x="12552" y="28106"/>
                    <a:pt x="14186" y="28408"/>
                  </a:cubicBezTo>
                  <a:cubicBezTo>
                    <a:pt x="16329" y="28825"/>
                    <a:pt x="18512" y="29034"/>
                    <a:pt x="20691" y="29034"/>
                  </a:cubicBezTo>
                  <a:cubicBezTo>
                    <a:pt x="21832" y="29034"/>
                    <a:pt x="22973" y="28976"/>
                    <a:pt x="24106" y="28862"/>
                  </a:cubicBezTo>
                  <a:cubicBezTo>
                    <a:pt x="26374" y="28620"/>
                    <a:pt x="28431" y="28257"/>
                    <a:pt x="29520" y="26049"/>
                  </a:cubicBezTo>
                  <a:cubicBezTo>
                    <a:pt x="30034" y="24930"/>
                    <a:pt x="30185" y="23630"/>
                    <a:pt x="29852" y="22450"/>
                  </a:cubicBezTo>
                  <a:cubicBezTo>
                    <a:pt x="29036" y="19486"/>
                    <a:pt x="26435" y="19093"/>
                    <a:pt x="24106" y="17762"/>
                  </a:cubicBezTo>
                  <a:cubicBezTo>
                    <a:pt x="21686" y="16371"/>
                    <a:pt x="19569" y="14375"/>
                    <a:pt x="18117" y="11955"/>
                  </a:cubicBezTo>
                  <a:cubicBezTo>
                    <a:pt x="16756" y="9717"/>
                    <a:pt x="15970" y="7207"/>
                    <a:pt x="14881" y="4848"/>
                  </a:cubicBezTo>
                  <a:cubicBezTo>
                    <a:pt x="13853" y="2640"/>
                    <a:pt x="12552" y="1521"/>
                    <a:pt x="10224" y="705"/>
                  </a:cubicBezTo>
                  <a:cubicBezTo>
                    <a:pt x="9110" y="307"/>
                    <a:pt x="7906" y="1"/>
                    <a:pt x="672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5807607" y="3228644"/>
              <a:ext cx="409735" cy="191496"/>
            </a:xfrm>
            <a:custGeom>
              <a:avLst/>
              <a:gdLst/>
              <a:ahLst/>
              <a:cxnLst/>
              <a:rect l="l" t="t" r="r" b="b"/>
              <a:pathLst>
                <a:path w="9346" h="4368" extrusionOk="0">
                  <a:moveTo>
                    <a:pt x="1784" y="1"/>
                  </a:moveTo>
                  <a:cubicBezTo>
                    <a:pt x="1439" y="1"/>
                    <a:pt x="1101" y="131"/>
                    <a:pt x="787" y="473"/>
                  </a:cubicBezTo>
                  <a:cubicBezTo>
                    <a:pt x="152" y="1169"/>
                    <a:pt x="61" y="2318"/>
                    <a:pt x="0" y="3225"/>
                  </a:cubicBezTo>
                  <a:cubicBezTo>
                    <a:pt x="575" y="3255"/>
                    <a:pt x="1119" y="3346"/>
                    <a:pt x="1694" y="3467"/>
                  </a:cubicBezTo>
                  <a:cubicBezTo>
                    <a:pt x="2995" y="3770"/>
                    <a:pt x="4356" y="3921"/>
                    <a:pt x="5686" y="4102"/>
                  </a:cubicBezTo>
                  <a:cubicBezTo>
                    <a:pt x="6131" y="4180"/>
                    <a:pt x="6883" y="4368"/>
                    <a:pt x="7542" y="4368"/>
                  </a:cubicBezTo>
                  <a:cubicBezTo>
                    <a:pt x="7915" y="4368"/>
                    <a:pt x="8259" y="4307"/>
                    <a:pt x="8499" y="4133"/>
                  </a:cubicBezTo>
                  <a:cubicBezTo>
                    <a:pt x="9346" y="3497"/>
                    <a:pt x="7955" y="3134"/>
                    <a:pt x="7350" y="2802"/>
                  </a:cubicBezTo>
                  <a:cubicBezTo>
                    <a:pt x="6261" y="2197"/>
                    <a:pt x="5172" y="1622"/>
                    <a:pt x="4083" y="1048"/>
                  </a:cubicBezTo>
                  <a:cubicBezTo>
                    <a:pt x="3391" y="670"/>
                    <a:pt x="2567" y="1"/>
                    <a:pt x="178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4813131" y="2205059"/>
              <a:ext cx="731964" cy="969361"/>
            </a:xfrm>
            <a:custGeom>
              <a:avLst/>
              <a:gdLst/>
              <a:ahLst/>
              <a:cxnLst/>
              <a:rect l="l" t="t" r="r" b="b"/>
              <a:pathLst>
                <a:path w="16696" h="22111" extrusionOk="0">
                  <a:moveTo>
                    <a:pt x="8626" y="1"/>
                  </a:moveTo>
                  <a:cubicBezTo>
                    <a:pt x="8430" y="1"/>
                    <a:pt x="8236" y="13"/>
                    <a:pt x="8046" y="49"/>
                  </a:cubicBezTo>
                  <a:cubicBezTo>
                    <a:pt x="7441" y="170"/>
                    <a:pt x="6897" y="442"/>
                    <a:pt x="6352" y="775"/>
                  </a:cubicBezTo>
                  <a:cubicBezTo>
                    <a:pt x="3570" y="2438"/>
                    <a:pt x="3237" y="5130"/>
                    <a:pt x="2390" y="8033"/>
                  </a:cubicBezTo>
                  <a:cubicBezTo>
                    <a:pt x="1967" y="9485"/>
                    <a:pt x="1302" y="10876"/>
                    <a:pt x="908" y="12328"/>
                  </a:cubicBezTo>
                  <a:cubicBezTo>
                    <a:pt x="1" y="15413"/>
                    <a:pt x="1211" y="18407"/>
                    <a:pt x="2209" y="21311"/>
                  </a:cubicBezTo>
                  <a:cubicBezTo>
                    <a:pt x="2330" y="21674"/>
                    <a:pt x="2421" y="21916"/>
                    <a:pt x="2511" y="22097"/>
                  </a:cubicBezTo>
                  <a:cubicBezTo>
                    <a:pt x="2693" y="22087"/>
                    <a:pt x="2871" y="22084"/>
                    <a:pt x="3048" y="22084"/>
                  </a:cubicBezTo>
                  <a:cubicBezTo>
                    <a:pt x="3402" y="22084"/>
                    <a:pt x="3751" y="22097"/>
                    <a:pt x="4114" y="22097"/>
                  </a:cubicBezTo>
                  <a:cubicBezTo>
                    <a:pt x="4462" y="22105"/>
                    <a:pt x="4812" y="22110"/>
                    <a:pt x="5162" y="22110"/>
                  </a:cubicBezTo>
                  <a:cubicBezTo>
                    <a:pt x="6212" y="22110"/>
                    <a:pt x="7267" y="22059"/>
                    <a:pt x="8288" y="21855"/>
                  </a:cubicBezTo>
                  <a:cubicBezTo>
                    <a:pt x="9498" y="21583"/>
                    <a:pt x="10677" y="21220"/>
                    <a:pt x="11827" y="20827"/>
                  </a:cubicBezTo>
                  <a:cubicBezTo>
                    <a:pt x="13611" y="20192"/>
                    <a:pt x="15274" y="19768"/>
                    <a:pt x="15123" y="17591"/>
                  </a:cubicBezTo>
                  <a:cubicBezTo>
                    <a:pt x="14972" y="14778"/>
                    <a:pt x="14639" y="11239"/>
                    <a:pt x="15426" y="8517"/>
                  </a:cubicBezTo>
                  <a:cubicBezTo>
                    <a:pt x="15758" y="7398"/>
                    <a:pt x="15910" y="6582"/>
                    <a:pt x="16394" y="5553"/>
                  </a:cubicBezTo>
                  <a:cubicBezTo>
                    <a:pt x="16514" y="5251"/>
                    <a:pt x="16666" y="4948"/>
                    <a:pt x="16666" y="4646"/>
                  </a:cubicBezTo>
                  <a:cubicBezTo>
                    <a:pt x="16696" y="4404"/>
                    <a:pt x="16635" y="4192"/>
                    <a:pt x="16605" y="3981"/>
                  </a:cubicBezTo>
                  <a:cubicBezTo>
                    <a:pt x="15698" y="382"/>
                    <a:pt x="12704" y="351"/>
                    <a:pt x="9528" y="49"/>
                  </a:cubicBezTo>
                  <a:cubicBezTo>
                    <a:pt x="9234" y="31"/>
                    <a:pt x="8929" y="1"/>
                    <a:pt x="862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5929571" y="4151792"/>
              <a:ext cx="424378" cy="178826"/>
            </a:xfrm>
            <a:custGeom>
              <a:avLst/>
              <a:gdLst/>
              <a:ahLst/>
              <a:cxnLst/>
              <a:rect l="l" t="t" r="r" b="b"/>
              <a:pathLst>
                <a:path w="9680" h="4079" extrusionOk="0">
                  <a:moveTo>
                    <a:pt x="3822" y="0"/>
                  </a:moveTo>
                  <a:cubicBezTo>
                    <a:pt x="3799" y="0"/>
                    <a:pt x="3775" y="4"/>
                    <a:pt x="3751" y="12"/>
                  </a:cubicBezTo>
                  <a:cubicBezTo>
                    <a:pt x="3691" y="43"/>
                    <a:pt x="3660" y="73"/>
                    <a:pt x="3630" y="133"/>
                  </a:cubicBezTo>
                  <a:cubicBezTo>
                    <a:pt x="3207" y="527"/>
                    <a:pt x="2753" y="889"/>
                    <a:pt x="2239" y="1192"/>
                  </a:cubicBezTo>
                  <a:cubicBezTo>
                    <a:pt x="1994" y="1305"/>
                    <a:pt x="1726" y="1336"/>
                    <a:pt x="1457" y="1336"/>
                  </a:cubicBezTo>
                  <a:cubicBezTo>
                    <a:pt x="1293" y="1336"/>
                    <a:pt x="1129" y="1324"/>
                    <a:pt x="969" y="1313"/>
                  </a:cubicBezTo>
                  <a:cubicBezTo>
                    <a:pt x="736" y="1313"/>
                    <a:pt x="468" y="1223"/>
                    <a:pt x="218" y="1223"/>
                  </a:cubicBezTo>
                  <a:cubicBezTo>
                    <a:pt x="144" y="1223"/>
                    <a:pt x="71" y="1231"/>
                    <a:pt x="1" y="1252"/>
                  </a:cubicBezTo>
                  <a:cubicBezTo>
                    <a:pt x="182" y="2008"/>
                    <a:pt x="364" y="2855"/>
                    <a:pt x="666" y="3642"/>
                  </a:cubicBezTo>
                  <a:cubicBezTo>
                    <a:pt x="696" y="3702"/>
                    <a:pt x="727" y="3763"/>
                    <a:pt x="787" y="3823"/>
                  </a:cubicBezTo>
                  <a:cubicBezTo>
                    <a:pt x="878" y="3914"/>
                    <a:pt x="999" y="3914"/>
                    <a:pt x="1150" y="3944"/>
                  </a:cubicBezTo>
                  <a:cubicBezTo>
                    <a:pt x="2459" y="4011"/>
                    <a:pt x="3786" y="4078"/>
                    <a:pt x="5111" y="4078"/>
                  </a:cubicBezTo>
                  <a:cubicBezTo>
                    <a:pt x="6175" y="4078"/>
                    <a:pt x="7237" y="4035"/>
                    <a:pt x="8288" y="3914"/>
                  </a:cubicBezTo>
                  <a:cubicBezTo>
                    <a:pt x="8590" y="3884"/>
                    <a:pt x="8893" y="3853"/>
                    <a:pt x="9135" y="3642"/>
                  </a:cubicBezTo>
                  <a:cubicBezTo>
                    <a:pt x="9679" y="3218"/>
                    <a:pt x="9195" y="2613"/>
                    <a:pt x="8711" y="2432"/>
                  </a:cubicBezTo>
                  <a:cubicBezTo>
                    <a:pt x="7774" y="2099"/>
                    <a:pt x="6806" y="1948"/>
                    <a:pt x="5838" y="1646"/>
                  </a:cubicBezTo>
                  <a:cubicBezTo>
                    <a:pt x="5475" y="1555"/>
                    <a:pt x="4961" y="1434"/>
                    <a:pt x="4628" y="1222"/>
                  </a:cubicBezTo>
                  <a:cubicBezTo>
                    <a:pt x="4598" y="1222"/>
                    <a:pt x="4568" y="1222"/>
                    <a:pt x="4568" y="1192"/>
                  </a:cubicBezTo>
                  <a:cubicBezTo>
                    <a:pt x="4265" y="1010"/>
                    <a:pt x="4235" y="647"/>
                    <a:pt x="4144" y="315"/>
                  </a:cubicBezTo>
                  <a:cubicBezTo>
                    <a:pt x="4092" y="158"/>
                    <a:pt x="3972" y="0"/>
                    <a:pt x="382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5323652" y="2552976"/>
              <a:ext cx="704081" cy="707062"/>
            </a:xfrm>
            <a:custGeom>
              <a:avLst/>
              <a:gdLst/>
              <a:ahLst/>
              <a:cxnLst/>
              <a:rect l="l" t="t" r="r" b="b"/>
              <a:pathLst>
                <a:path w="16060" h="16128" extrusionOk="0">
                  <a:moveTo>
                    <a:pt x="14268" y="1"/>
                  </a:moveTo>
                  <a:cubicBezTo>
                    <a:pt x="13986" y="1"/>
                    <a:pt x="13705" y="15"/>
                    <a:pt x="13429" y="37"/>
                  </a:cubicBezTo>
                  <a:cubicBezTo>
                    <a:pt x="8317" y="370"/>
                    <a:pt x="5474" y="5904"/>
                    <a:pt x="3055" y="9685"/>
                  </a:cubicBezTo>
                  <a:cubicBezTo>
                    <a:pt x="2694" y="10256"/>
                    <a:pt x="598" y="12982"/>
                    <a:pt x="10" y="12982"/>
                  </a:cubicBezTo>
                  <a:cubicBezTo>
                    <a:pt x="6" y="12982"/>
                    <a:pt x="3" y="12982"/>
                    <a:pt x="0" y="12982"/>
                  </a:cubicBezTo>
                  <a:lnTo>
                    <a:pt x="0" y="12982"/>
                  </a:lnTo>
                  <a:cubicBezTo>
                    <a:pt x="1966" y="13133"/>
                    <a:pt x="3448" y="14101"/>
                    <a:pt x="5263" y="14645"/>
                  </a:cubicBezTo>
                  <a:cubicBezTo>
                    <a:pt x="6382" y="14978"/>
                    <a:pt x="7591" y="15976"/>
                    <a:pt x="8620" y="16127"/>
                  </a:cubicBezTo>
                  <a:cubicBezTo>
                    <a:pt x="8622" y="16127"/>
                    <a:pt x="8624" y="16127"/>
                    <a:pt x="8626" y="16127"/>
                  </a:cubicBezTo>
                  <a:cubicBezTo>
                    <a:pt x="8969" y="16127"/>
                    <a:pt x="10315" y="13645"/>
                    <a:pt x="10525" y="13314"/>
                  </a:cubicBezTo>
                  <a:cubicBezTo>
                    <a:pt x="11039" y="12467"/>
                    <a:pt x="11795" y="11469"/>
                    <a:pt x="11765" y="10441"/>
                  </a:cubicBezTo>
                  <a:cubicBezTo>
                    <a:pt x="11765" y="10229"/>
                    <a:pt x="11735" y="9987"/>
                    <a:pt x="11705" y="9776"/>
                  </a:cubicBezTo>
                  <a:cubicBezTo>
                    <a:pt x="11674" y="9382"/>
                    <a:pt x="11735" y="9019"/>
                    <a:pt x="12098" y="8868"/>
                  </a:cubicBezTo>
                  <a:cubicBezTo>
                    <a:pt x="12582" y="8687"/>
                    <a:pt x="12763" y="8959"/>
                    <a:pt x="13096" y="8415"/>
                  </a:cubicBezTo>
                  <a:cubicBezTo>
                    <a:pt x="13731" y="7417"/>
                    <a:pt x="14155" y="6146"/>
                    <a:pt x="14578" y="5027"/>
                  </a:cubicBezTo>
                  <a:cubicBezTo>
                    <a:pt x="15092" y="3696"/>
                    <a:pt x="16060" y="1942"/>
                    <a:pt x="15999" y="491"/>
                  </a:cubicBezTo>
                  <a:cubicBezTo>
                    <a:pt x="15999" y="430"/>
                    <a:pt x="15999" y="339"/>
                    <a:pt x="15969" y="279"/>
                  </a:cubicBezTo>
                  <a:cubicBezTo>
                    <a:pt x="15909" y="218"/>
                    <a:pt x="15818" y="188"/>
                    <a:pt x="15727" y="158"/>
                  </a:cubicBezTo>
                  <a:cubicBezTo>
                    <a:pt x="15248" y="43"/>
                    <a:pt x="14756" y="1"/>
                    <a:pt x="1426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5766484" y="2483445"/>
              <a:ext cx="369971" cy="665764"/>
            </a:xfrm>
            <a:custGeom>
              <a:avLst/>
              <a:gdLst/>
              <a:ahLst/>
              <a:cxnLst/>
              <a:rect l="l" t="t" r="r" b="b"/>
              <a:pathLst>
                <a:path w="8439" h="15186" extrusionOk="0">
                  <a:moveTo>
                    <a:pt x="4085" y="0"/>
                  </a:moveTo>
                  <a:cubicBezTo>
                    <a:pt x="3266" y="0"/>
                    <a:pt x="2596" y="420"/>
                    <a:pt x="2088" y="1260"/>
                  </a:cubicBezTo>
                  <a:cubicBezTo>
                    <a:pt x="1362" y="2440"/>
                    <a:pt x="817" y="3317"/>
                    <a:pt x="848" y="4738"/>
                  </a:cubicBezTo>
                  <a:cubicBezTo>
                    <a:pt x="878" y="7460"/>
                    <a:pt x="1" y="10091"/>
                    <a:pt x="364" y="12783"/>
                  </a:cubicBezTo>
                  <a:cubicBezTo>
                    <a:pt x="424" y="13146"/>
                    <a:pt x="515" y="13539"/>
                    <a:pt x="757" y="13811"/>
                  </a:cubicBezTo>
                  <a:cubicBezTo>
                    <a:pt x="1029" y="14144"/>
                    <a:pt x="1453" y="14295"/>
                    <a:pt x="1846" y="14416"/>
                  </a:cubicBezTo>
                  <a:cubicBezTo>
                    <a:pt x="3207" y="14809"/>
                    <a:pt x="4598" y="15051"/>
                    <a:pt x="5989" y="15172"/>
                  </a:cubicBezTo>
                  <a:cubicBezTo>
                    <a:pt x="6087" y="15180"/>
                    <a:pt x="6190" y="15186"/>
                    <a:pt x="6292" y="15186"/>
                  </a:cubicBezTo>
                  <a:cubicBezTo>
                    <a:pt x="6598" y="15186"/>
                    <a:pt x="6904" y="15135"/>
                    <a:pt x="7108" y="14930"/>
                  </a:cubicBezTo>
                  <a:cubicBezTo>
                    <a:pt x="7259" y="14749"/>
                    <a:pt x="7320" y="14477"/>
                    <a:pt x="7350" y="14205"/>
                  </a:cubicBezTo>
                  <a:cubicBezTo>
                    <a:pt x="7471" y="13418"/>
                    <a:pt x="7592" y="12632"/>
                    <a:pt x="7713" y="11846"/>
                  </a:cubicBezTo>
                  <a:cubicBezTo>
                    <a:pt x="7985" y="9668"/>
                    <a:pt x="8227" y="7490"/>
                    <a:pt x="8318" y="5313"/>
                  </a:cubicBezTo>
                  <a:cubicBezTo>
                    <a:pt x="8439" y="3165"/>
                    <a:pt x="7199" y="897"/>
                    <a:pt x="5052" y="171"/>
                  </a:cubicBezTo>
                  <a:cubicBezTo>
                    <a:pt x="4710" y="57"/>
                    <a:pt x="4387" y="0"/>
                    <a:pt x="408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5229483" y="1903174"/>
              <a:ext cx="261246" cy="268831"/>
            </a:xfrm>
            <a:custGeom>
              <a:avLst/>
              <a:gdLst/>
              <a:ahLst/>
              <a:cxnLst/>
              <a:rect l="l" t="t" r="r" b="b"/>
              <a:pathLst>
                <a:path w="5959" h="6132" extrusionOk="0">
                  <a:moveTo>
                    <a:pt x="2851" y="0"/>
                  </a:moveTo>
                  <a:cubicBezTo>
                    <a:pt x="2724" y="0"/>
                    <a:pt x="2592" y="12"/>
                    <a:pt x="2451" y="39"/>
                  </a:cubicBezTo>
                  <a:cubicBezTo>
                    <a:pt x="1906" y="130"/>
                    <a:pt x="1362" y="402"/>
                    <a:pt x="999" y="856"/>
                  </a:cubicBezTo>
                  <a:cubicBezTo>
                    <a:pt x="908" y="977"/>
                    <a:pt x="817" y="1128"/>
                    <a:pt x="727" y="1249"/>
                  </a:cubicBezTo>
                  <a:cubicBezTo>
                    <a:pt x="545" y="1642"/>
                    <a:pt x="364" y="2035"/>
                    <a:pt x="243" y="2459"/>
                  </a:cubicBezTo>
                  <a:cubicBezTo>
                    <a:pt x="152" y="2822"/>
                    <a:pt x="91" y="3185"/>
                    <a:pt x="61" y="3548"/>
                  </a:cubicBezTo>
                  <a:cubicBezTo>
                    <a:pt x="31" y="3759"/>
                    <a:pt x="31" y="3941"/>
                    <a:pt x="31" y="4152"/>
                  </a:cubicBezTo>
                  <a:cubicBezTo>
                    <a:pt x="1" y="4425"/>
                    <a:pt x="545" y="4999"/>
                    <a:pt x="696" y="5211"/>
                  </a:cubicBezTo>
                  <a:cubicBezTo>
                    <a:pt x="969" y="5483"/>
                    <a:pt x="1271" y="5725"/>
                    <a:pt x="1664" y="5876"/>
                  </a:cubicBezTo>
                  <a:cubicBezTo>
                    <a:pt x="2077" y="6031"/>
                    <a:pt x="2496" y="6131"/>
                    <a:pt x="2901" y="6131"/>
                  </a:cubicBezTo>
                  <a:cubicBezTo>
                    <a:pt x="3446" y="6131"/>
                    <a:pt x="3966" y="5951"/>
                    <a:pt x="4416" y="5483"/>
                  </a:cubicBezTo>
                  <a:cubicBezTo>
                    <a:pt x="4749" y="5120"/>
                    <a:pt x="5021" y="4636"/>
                    <a:pt x="5203" y="4152"/>
                  </a:cubicBezTo>
                  <a:cubicBezTo>
                    <a:pt x="5536" y="3427"/>
                    <a:pt x="5959" y="1400"/>
                    <a:pt x="5777" y="614"/>
                  </a:cubicBezTo>
                  <a:cubicBezTo>
                    <a:pt x="5706" y="340"/>
                    <a:pt x="5546" y="268"/>
                    <a:pt x="5335" y="268"/>
                  </a:cubicBezTo>
                  <a:cubicBezTo>
                    <a:pt x="5099" y="268"/>
                    <a:pt x="4799" y="359"/>
                    <a:pt x="4490" y="359"/>
                  </a:cubicBezTo>
                  <a:cubicBezTo>
                    <a:pt x="4375" y="359"/>
                    <a:pt x="4259" y="346"/>
                    <a:pt x="4144" y="311"/>
                  </a:cubicBezTo>
                  <a:cubicBezTo>
                    <a:pt x="3674" y="147"/>
                    <a:pt x="3295" y="0"/>
                    <a:pt x="285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5184415" y="1858764"/>
              <a:ext cx="316924" cy="218195"/>
            </a:xfrm>
            <a:custGeom>
              <a:avLst/>
              <a:gdLst/>
              <a:ahLst/>
              <a:cxnLst/>
              <a:rect l="l" t="t" r="r" b="b"/>
              <a:pathLst>
                <a:path w="7229" h="4977" extrusionOk="0">
                  <a:moveTo>
                    <a:pt x="3830" y="1"/>
                  </a:moveTo>
                  <a:cubicBezTo>
                    <a:pt x="3075" y="1"/>
                    <a:pt x="2326" y="212"/>
                    <a:pt x="1694" y="689"/>
                  </a:cubicBezTo>
                  <a:cubicBezTo>
                    <a:pt x="1543" y="810"/>
                    <a:pt x="1392" y="931"/>
                    <a:pt x="1301" y="1082"/>
                  </a:cubicBezTo>
                  <a:cubicBezTo>
                    <a:pt x="1180" y="1264"/>
                    <a:pt x="1119" y="1445"/>
                    <a:pt x="1059" y="1627"/>
                  </a:cubicBezTo>
                  <a:cubicBezTo>
                    <a:pt x="847" y="2353"/>
                    <a:pt x="0" y="4500"/>
                    <a:pt x="1029" y="4923"/>
                  </a:cubicBezTo>
                  <a:cubicBezTo>
                    <a:pt x="1124" y="4959"/>
                    <a:pt x="1229" y="4976"/>
                    <a:pt x="1336" y="4976"/>
                  </a:cubicBezTo>
                  <a:cubicBezTo>
                    <a:pt x="1500" y="4976"/>
                    <a:pt x="1669" y="4936"/>
                    <a:pt x="1815" y="4863"/>
                  </a:cubicBezTo>
                  <a:cubicBezTo>
                    <a:pt x="2239" y="4651"/>
                    <a:pt x="2450" y="4288"/>
                    <a:pt x="2511" y="3835"/>
                  </a:cubicBezTo>
                  <a:cubicBezTo>
                    <a:pt x="2541" y="3683"/>
                    <a:pt x="2541" y="3532"/>
                    <a:pt x="2692" y="3472"/>
                  </a:cubicBezTo>
                  <a:cubicBezTo>
                    <a:pt x="2721" y="3457"/>
                    <a:pt x="2750" y="3451"/>
                    <a:pt x="2780" y="3451"/>
                  </a:cubicBezTo>
                  <a:cubicBezTo>
                    <a:pt x="2873" y="3451"/>
                    <a:pt x="2971" y="3509"/>
                    <a:pt x="3085" y="3532"/>
                  </a:cubicBezTo>
                  <a:cubicBezTo>
                    <a:pt x="3112" y="3539"/>
                    <a:pt x="3137" y="3542"/>
                    <a:pt x="3162" y="3542"/>
                  </a:cubicBezTo>
                  <a:cubicBezTo>
                    <a:pt x="3487" y="3542"/>
                    <a:pt x="3736" y="3031"/>
                    <a:pt x="3932" y="2806"/>
                  </a:cubicBezTo>
                  <a:cubicBezTo>
                    <a:pt x="3993" y="2716"/>
                    <a:pt x="4053" y="2655"/>
                    <a:pt x="4144" y="2595"/>
                  </a:cubicBezTo>
                  <a:cubicBezTo>
                    <a:pt x="4179" y="2586"/>
                    <a:pt x="4215" y="2582"/>
                    <a:pt x="4250" y="2582"/>
                  </a:cubicBezTo>
                  <a:cubicBezTo>
                    <a:pt x="4336" y="2582"/>
                    <a:pt x="4421" y="2604"/>
                    <a:pt x="4507" y="2625"/>
                  </a:cubicBezTo>
                  <a:cubicBezTo>
                    <a:pt x="5021" y="2776"/>
                    <a:pt x="5565" y="2867"/>
                    <a:pt x="6080" y="2927"/>
                  </a:cubicBezTo>
                  <a:cubicBezTo>
                    <a:pt x="6164" y="2937"/>
                    <a:pt x="6251" y="2943"/>
                    <a:pt x="6337" y="2943"/>
                  </a:cubicBezTo>
                  <a:cubicBezTo>
                    <a:pt x="6530" y="2943"/>
                    <a:pt x="6720" y="2911"/>
                    <a:pt x="6866" y="2806"/>
                  </a:cubicBezTo>
                  <a:cubicBezTo>
                    <a:pt x="7168" y="2595"/>
                    <a:pt x="7229" y="2141"/>
                    <a:pt x="7108" y="1778"/>
                  </a:cubicBezTo>
                  <a:cubicBezTo>
                    <a:pt x="6896" y="1234"/>
                    <a:pt x="6443" y="810"/>
                    <a:pt x="5928" y="538"/>
                  </a:cubicBezTo>
                  <a:cubicBezTo>
                    <a:pt x="5290" y="197"/>
                    <a:pt x="4557" y="1"/>
                    <a:pt x="383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5362100" y="2229171"/>
              <a:ext cx="664318" cy="666203"/>
            </a:xfrm>
            <a:custGeom>
              <a:avLst/>
              <a:gdLst/>
              <a:ahLst/>
              <a:cxnLst/>
              <a:rect l="l" t="t" r="r" b="b"/>
              <a:pathLst>
                <a:path w="15153" h="15196" extrusionOk="0">
                  <a:moveTo>
                    <a:pt x="450" y="1"/>
                  </a:moveTo>
                  <a:cubicBezTo>
                    <a:pt x="341" y="1"/>
                    <a:pt x="231" y="5"/>
                    <a:pt x="121" y="13"/>
                  </a:cubicBezTo>
                  <a:cubicBezTo>
                    <a:pt x="91" y="13"/>
                    <a:pt x="30" y="13"/>
                    <a:pt x="0" y="43"/>
                  </a:cubicBezTo>
                  <a:cubicBezTo>
                    <a:pt x="30" y="225"/>
                    <a:pt x="30" y="436"/>
                    <a:pt x="30" y="648"/>
                  </a:cubicBezTo>
                  <a:cubicBezTo>
                    <a:pt x="756" y="1767"/>
                    <a:pt x="1180" y="3098"/>
                    <a:pt x="1482" y="4398"/>
                  </a:cubicBezTo>
                  <a:cubicBezTo>
                    <a:pt x="1633" y="5124"/>
                    <a:pt x="1724" y="5941"/>
                    <a:pt x="2208" y="6516"/>
                  </a:cubicBezTo>
                  <a:cubicBezTo>
                    <a:pt x="3085" y="7574"/>
                    <a:pt x="4476" y="7846"/>
                    <a:pt x="5747" y="7846"/>
                  </a:cubicBezTo>
                  <a:cubicBezTo>
                    <a:pt x="7077" y="7877"/>
                    <a:pt x="7894" y="8905"/>
                    <a:pt x="8378" y="10115"/>
                  </a:cubicBezTo>
                  <a:cubicBezTo>
                    <a:pt x="8832" y="11234"/>
                    <a:pt x="9013" y="12474"/>
                    <a:pt x="9618" y="13502"/>
                  </a:cubicBezTo>
                  <a:cubicBezTo>
                    <a:pt x="10141" y="14417"/>
                    <a:pt x="11092" y="15196"/>
                    <a:pt x="12102" y="15196"/>
                  </a:cubicBezTo>
                  <a:cubicBezTo>
                    <a:pt x="12261" y="15196"/>
                    <a:pt x="12421" y="15176"/>
                    <a:pt x="12582" y="15135"/>
                  </a:cubicBezTo>
                  <a:cubicBezTo>
                    <a:pt x="13459" y="14893"/>
                    <a:pt x="14064" y="14077"/>
                    <a:pt x="14397" y="13230"/>
                  </a:cubicBezTo>
                  <a:cubicBezTo>
                    <a:pt x="15153" y="11324"/>
                    <a:pt x="14850" y="9117"/>
                    <a:pt x="13852" y="7302"/>
                  </a:cubicBezTo>
                  <a:cubicBezTo>
                    <a:pt x="13701" y="7030"/>
                    <a:pt x="13519" y="6758"/>
                    <a:pt x="13338" y="6516"/>
                  </a:cubicBezTo>
                  <a:cubicBezTo>
                    <a:pt x="12340" y="5094"/>
                    <a:pt x="10949" y="3975"/>
                    <a:pt x="9436" y="3128"/>
                  </a:cubicBezTo>
                  <a:cubicBezTo>
                    <a:pt x="7924" y="2281"/>
                    <a:pt x="6321" y="1676"/>
                    <a:pt x="4658" y="1162"/>
                  </a:cubicBezTo>
                  <a:cubicBezTo>
                    <a:pt x="3308" y="712"/>
                    <a:pt x="1905" y="1"/>
                    <a:pt x="45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4778673" y="2213827"/>
              <a:ext cx="393864" cy="792332"/>
            </a:xfrm>
            <a:custGeom>
              <a:avLst/>
              <a:gdLst/>
              <a:ahLst/>
              <a:cxnLst/>
              <a:rect l="l" t="t" r="r" b="b"/>
              <a:pathLst>
                <a:path w="8984" h="18073" extrusionOk="0">
                  <a:moveTo>
                    <a:pt x="8167" y="0"/>
                  </a:moveTo>
                  <a:cubicBezTo>
                    <a:pt x="6231" y="272"/>
                    <a:pt x="4749" y="1210"/>
                    <a:pt x="3630" y="2510"/>
                  </a:cubicBezTo>
                  <a:cubicBezTo>
                    <a:pt x="2541" y="3750"/>
                    <a:pt x="2088" y="5444"/>
                    <a:pt x="1725" y="7017"/>
                  </a:cubicBezTo>
                  <a:cubicBezTo>
                    <a:pt x="1241" y="9073"/>
                    <a:pt x="757" y="11130"/>
                    <a:pt x="273" y="13156"/>
                  </a:cubicBezTo>
                  <a:cubicBezTo>
                    <a:pt x="152" y="13640"/>
                    <a:pt x="31" y="14124"/>
                    <a:pt x="31" y="14638"/>
                  </a:cubicBezTo>
                  <a:cubicBezTo>
                    <a:pt x="1" y="15425"/>
                    <a:pt x="243" y="16423"/>
                    <a:pt x="424" y="17179"/>
                  </a:cubicBezTo>
                  <a:cubicBezTo>
                    <a:pt x="601" y="17908"/>
                    <a:pt x="955" y="18072"/>
                    <a:pt x="1476" y="18072"/>
                  </a:cubicBezTo>
                  <a:cubicBezTo>
                    <a:pt x="1668" y="18072"/>
                    <a:pt x="1882" y="18050"/>
                    <a:pt x="2118" y="18026"/>
                  </a:cubicBezTo>
                  <a:cubicBezTo>
                    <a:pt x="3509" y="17875"/>
                    <a:pt x="5384" y="17451"/>
                    <a:pt x="6291" y="16332"/>
                  </a:cubicBezTo>
                  <a:cubicBezTo>
                    <a:pt x="6745" y="15818"/>
                    <a:pt x="6896" y="15092"/>
                    <a:pt x="7017" y="14396"/>
                  </a:cubicBezTo>
                  <a:cubicBezTo>
                    <a:pt x="7199" y="13459"/>
                    <a:pt x="7350" y="12521"/>
                    <a:pt x="7532" y="11584"/>
                  </a:cubicBezTo>
                  <a:cubicBezTo>
                    <a:pt x="8257" y="7773"/>
                    <a:pt x="8983" y="3811"/>
                    <a:pt x="816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5791693" y="2687172"/>
              <a:ext cx="88865" cy="408420"/>
            </a:xfrm>
            <a:custGeom>
              <a:avLst/>
              <a:gdLst/>
              <a:ahLst/>
              <a:cxnLst/>
              <a:rect l="l" t="t" r="r" b="b"/>
              <a:pathLst>
                <a:path w="2027" h="9316" fill="none" extrusionOk="0">
                  <a:moveTo>
                    <a:pt x="2027" y="0"/>
                  </a:moveTo>
                  <a:cubicBezTo>
                    <a:pt x="1422" y="2632"/>
                    <a:pt x="0" y="6624"/>
                    <a:pt x="0" y="9316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4680558" y="2994800"/>
              <a:ext cx="818154" cy="631174"/>
            </a:xfrm>
            <a:custGeom>
              <a:avLst/>
              <a:gdLst/>
              <a:ahLst/>
              <a:cxnLst/>
              <a:rect l="l" t="t" r="r" b="b"/>
              <a:pathLst>
                <a:path w="18662" h="14397" fill="none" extrusionOk="0">
                  <a:moveTo>
                    <a:pt x="1" y="1815"/>
                  </a:moveTo>
                  <a:cubicBezTo>
                    <a:pt x="4386" y="817"/>
                    <a:pt x="9376" y="0"/>
                    <a:pt x="13338" y="1845"/>
                  </a:cubicBezTo>
                  <a:cubicBezTo>
                    <a:pt x="15939" y="3085"/>
                    <a:pt x="17694" y="5323"/>
                    <a:pt x="18177" y="7743"/>
                  </a:cubicBezTo>
                  <a:cubicBezTo>
                    <a:pt x="18661" y="10162"/>
                    <a:pt x="18177" y="12279"/>
                    <a:pt x="16665" y="14396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5737330" y="3372660"/>
              <a:ext cx="11969" cy="129988"/>
            </a:xfrm>
            <a:custGeom>
              <a:avLst/>
              <a:gdLst/>
              <a:ahLst/>
              <a:cxnLst/>
              <a:rect l="l" t="t" r="r" b="b"/>
              <a:pathLst>
                <a:path w="273" h="2965" fill="none" extrusionOk="0">
                  <a:moveTo>
                    <a:pt x="273" y="2965"/>
                  </a:moveTo>
                  <a:cubicBezTo>
                    <a:pt x="152" y="2027"/>
                    <a:pt x="121" y="908"/>
                    <a:pt x="0" y="1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5428387" y="3115449"/>
              <a:ext cx="365982" cy="18588"/>
            </a:xfrm>
            <a:custGeom>
              <a:avLst/>
              <a:gdLst/>
              <a:ahLst/>
              <a:cxnLst/>
              <a:rect l="l" t="t" r="r" b="b"/>
              <a:pathLst>
                <a:path w="8348" h="424" fill="none" extrusionOk="0">
                  <a:moveTo>
                    <a:pt x="8348" y="424"/>
                  </a:moveTo>
                  <a:cubicBezTo>
                    <a:pt x="5505" y="0"/>
                    <a:pt x="3660" y="363"/>
                    <a:pt x="0" y="36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5429702" y="2521411"/>
              <a:ext cx="83604" cy="37177"/>
            </a:xfrm>
            <a:custGeom>
              <a:avLst/>
              <a:gdLst/>
              <a:ahLst/>
              <a:cxnLst/>
              <a:rect l="l" t="t" r="r" b="b"/>
              <a:pathLst>
                <a:path w="1907" h="848" fill="none" extrusionOk="0">
                  <a:moveTo>
                    <a:pt x="1906" y="848"/>
                  </a:moveTo>
                  <a:cubicBezTo>
                    <a:pt x="1483" y="636"/>
                    <a:pt x="212" y="424"/>
                    <a:pt x="1" y="1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5257322" y="1984410"/>
              <a:ext cx="74310" cy="74310"/>
            </a:xfrm>
            <a:custGeom>
              <a:avLst/>
              <a:gdLst/>
              <a:ahLst/>
              <a:cxnLst/>
              <a:rect l="l" t="t" r="r" b="b"/>
              <a:pathLst>
                <a:path w="1695" h="1695" extrusionOk="0">
                  <a:moveTo>
                    <a:pt x="848" y="1"/>
                  </a:moveTo>
                  <a:cubicBezTo>
                    <a:pt x="364" y="1"/>
                    <a:pt x="1" y="394"/>
                    <a:pt x="1" y="848"/>
                  </a:cubicBezTo>
                  <a:cubicBezTo>
                    <a:pt x="1" y="1332"/>
                    <a:pt x="364" y="1695"/>
                    <a:pt x="848" y="1695"/>
                  </a:cubicBezTo>
                  <a:cubicBezTo>
                    <a:pt x="1301" y="1695"/>
                    <a:pt x="1695" y="1332"/>
                    <a:pt x="1695" y="848"/>
                  </a:cubicBezTo>
                  <a:cubicBezTo>
                    <a:pt x="1695" y="394"/>
                    <a:pt x="1301" y="1"/>
                    <a:pt x="84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4781347" y="2809574"/>
              <a:ext cx="810132" cy="179352"/>
            </a:xfrm>
            <a:custGeom>
              <a:avLst/>
              <a:gdLst/>
              <a:ahLst/>
              <a:cxnLst/>
              <a:rect l="l" t="t" r="r" b="b"/>
              <a:pathLst>
                <a:path w="18479" h="4091" extrusionOk="0">
                  <a:moveTo>
                    <a:pt x="3790" y="0"/>
                  </a:moveTo>
                  <a:cubicBezTo>
                    <a:pt x="2694" y="0"/>
                    <a:pt x="1613" y="204"/>
                    <a:pt x="605" y="626"/>
                  </a:cubicBezTo>
                  <a:cubicBezTo>
                    <a:pt x="454" y="686"/>
                    <a:pt x="303" y="747"/>
                    <a:pt x="182" y="838"/>
                  </a:cubicBezTo>
                  <a:cubicBezTo>
                    <a:pt x="30" y="1019"/>
                    <a:pt x="0" y="1261"/>
                    <a:pt x="30" y="1473"/>
                  </a:cubicBezTo>
                  <a:cubicBezTo>
                    <a:pt x="61" y="1715"/>
                    <a:pt x="151" y="1926"/>
                    <a:pt x="242" y="2138"/>
                  </a:cubicBezTo>
                  <a:cubicBezTo>
                    <a:pt x="333" y="2320"/>
                    <a:pt x="393" y="2471"/>
                    <a:pt x="484" y="2652"/>
                  </a:cubicBezTo>
                  <a:cubicBezTo>
                    <a:pt x="635" y="2985"/>
                    <a:pt x="786" y="3318"/>
                    <a:pt x="1059" y="3529"/>
                  </a:cubicBezTo>
                  <a:cubicBezTo>
                    <a:pt x="1389" y="3801"/>
                    <a:pt x="1782" y="3861"/>
                    <a:pt x="2181" y="3861"/>
                  </a:cubicBezTo>
                  <a:cubicBezTo>
                    <a:pt x="2403" y="3861"/>
                    <a:pt x="2627" y="3843"/>
                    <a:pt x="2843" y="3832"/>
                  </a:cubicBezTo>
                  <a:cubicBezTo>
                    <a:pt x="3690" y="3832"/>
                    <a:pt x="4567" y="3862"/>
                    <a:pt x="5414" y="3892"/>
                  </a:cubicBezTo>
                  <a:cubicBezTo>
                    <a:pt x="7017" y="3892"/>
                    <a:pt x="8650" y="3953"/>
                    <a:pt x="10253" y="3953"/>
                  </a:cubicBezTo>
                  <a:cubicBezTo>
                    <a:pt x="11674" y="3983"/>
                    <a:pt x="13066" y="3983"/>
                    <a:pt x="14487" y="4013"/>
                  </a:cubicBezTo>
                  <a:cubicBezTo>
                    <a:pt x="15153" y="4013"/>
                    <a:pt x="15848" y="4044"/>
                    <a:pt x="16514" y="4044"/>
                  </a:cubicBezTo>
                  <a:cubicBezTo>
                    <a:pt x="16828" y="4044"/>
                    <a:pt x="17208" y="4090"/>
                    <a:pt x="17528" y="4090"/>
                  </a:cubicBezTo>
                  <a:cubicBezTo>
                    <a:pt x="18100" y="4090"/>
                    <a:pt x="18479" y="3941"/>
                    <a:pt x="17935" y="3106"/>
                  </a:cubicBezTo>
                  <a:cubicBezTo>
                    <a:pt x="17465" y="2371"/>
                    <a:pt x="16594" y="1865"/>
                    <a:pt x="15713" y="1865"/>
                  </a:cubicBezTo>
                  <a:cubicBezTo>
                    <a:pt x="15687" y="1865"/>
                    <a:pt x="15662" y="1865"/>
                    <a:pt x="15637" y="1866"/>
                  </a:cubicBezTo>
                  <a:cubicBezTo>
                    <a:pt x="14977" y="1895"/>
                    <a:pt x="14345" y="2141"/>
                    <a:pt x="13715" y="2141"/>
                  </a:cubicBezTo>
                  <a:cubicBezTo>
                    <a:pt x="13680" y="2141"/>
                    <a:pt x="13645" y="2140"/>
                    <a:pt x="13610" y="2138"/>
                  </a:cubicBezTo>
                  <a:cubicBezTo>
                    <a:pt x="13217" y="2138"/>
                    <a:pt x="12824" y="2047"/>
                    <a:pt x="12431" y="1957"/>
                  </a:cubicBezTo>
                  <a:cubicBezTo>
                    <a:pt x="11070" y="1594"/>
                    <a:pt x="9739" y="1352"/>
                    <a:pt x="8408" y="959"/>
                  </a:cubicBezTo>
                  <a:cubicBezTo>
                    <a:pt x="7561" y="686"/>
                    <a:pt x="6714" y="414"/>
                    <a:pt x="5868" y="233"/>
                  </a:cubicBezTo>
                  <a:cubicBezTo>
                    <a:pt x="5505" y="172"/>
                    <a:pt x="5111" y="82"/>
                    <a:pt x="4749" y="51"/>
                  </a:cubicBezTo>
                  <a:cubicBezTo>
                    <a:pt x="4429" y="17"/>
                    <a:pt x="4109" y="0"/>
                    <a:pt x="379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5899101" y="2915230"/>
              <a:ext cx="1359" cy="44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3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6584590" y="2294713"/>
              <a:ext cx="1036919" cy="527754"/>
            </a:xfrm>
            <a:custGeom>
              <a:avLst/>
              <a:gdLst/>
              <a:ahLst/>
              <a:cxnLst/>
              <a:rect l="l" t="t" r="r" b="b"/>
              <a:pathLst>
                <a:path w="23652" h="12038" extrusionOk="0">
                  <a:moveTo>
                    <a:pt x="727" y="0"/>
                  </a:moveTo>
                  <a:cubicBezTo>
                    <a:pt x="303" y="0"/>
                    <a:pt x="1" y="363"/>
                    <a:pt x="61" y="786"/>
                  </a:cubicBezTo>
                  <a:lnTo>
                    <a:pt x="2057" y="11493"/>
                  </a:lnTo>
                  <a:cubicBezTo>
                    <a:pt x="2118" y="11826"/>
                    <a:pt x="2420" y="12037"/>
                    <a:pt x="2723" y="12037"/>
                  </a:cubicBezTo>
                  <a:lnTo>
                    <a:pt x="22926" y="12037"/>
                  </a:lnTo>
                  <a:cubicBezTo>
                    <a:pt x="23319" y="12037"/>
                    <a:pt x="23652" y="11674"/>
                    <a:pt x="23561" y="11251"/>
                  </a:cubicBezTo>
                  <a:lnTo>
                    <a:pt x="21565" y="544"/>
                  </a:lnTo>
                  <a:cubicBezTo>
                    <a:pt x="21504" y="212"/>
                    <a:pt x="21232" y="0"/>
                    <a:pt x="2090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6975734" y="2655344"/>
              <a:ext cx="267910" cy="136607"/>
            </a:xfrm>
            <a:custGeom>
              <a:avLst/>
              <a:gdLst/>
              <a:ahLst/>
              <a:cxnLst/>
              <a:rect l="l" t="t" r="r" b="b"/>
              <a:pathLst>
                <a:path w="6111" h="3116" extrusionOk="0">
                  <a:moveTo>
                    <a:pt x="212" y="0"/>
                  </a:moveTo>
                  <a:cubicBezTo>
                    <a:pt x="91" y="0"/>
                    <a:pt x="1" y="121"/>
                    <a:pt x="31" y="242"/>
                  </a:cubicBezTo>
                  <a:lnTo>
                    <a:pt x="545" y="2964"/>
                  </a:lnTo>
                  <a:cubicBezTo>
                    <a:pt x="545" y="3055"/>
                    <a:pt x="636" y="3116"/>
                    <a:pt x="727" y="3116"/>
                  </a:cubicBezTo>
                  <a:lnTo>
                    <a:pt x="5898" y="3116"/>
                  </a:lnTo>
                  <a:cubicBezTo>
                    <a:pt x="6019" y="3116"/>
                    <a:pt x="6110" y="3025"/>
                    <a:pt x="6080" y="2904"/>
                  </a:cubicBezTo>
                  <a:lnTo>
                    <a:pt x="5566" y="152"/>
                  </a:lnTo>
                  <a:cubicBezTo>
                    <a:pt x="5566" y="61"/>
                    <a:pt x="5475" y="0"/>
                    <a:pt x="538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6930666" y="2954993"/>
              <a:ext cx="279835" cy="22578"/>
            </a:xfrm>
            <a:custGeom>
              <a:avLst/>
              <a:gdLst/>
              <a:ahLst/>
              <a:cxnLst/>
              <a:rect l="l" t="t" r="r" b="b"/>
              <a:pathLst>
                <a:path w="6383" h="515" extrusionOk="0">
                  <a:moveTo>
                    <a:pt x="0" y="1"/>
                  </a:moveTo>
                  <a:lnTo>
                    <a:pt x="0" y="515"/>
                  </a:lnTo>
                  <a:lnTo>
                    <a:pt x="6382" y="515"/>
                  </a:lnTo>
                  <a:lnTo>
                    <a:pt x="6382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7057935" y="2721630"/>
              <a:ext cx="63700" cy="237397"/>
            </a:xfrm>
            <a:custGeom>
              <a:avLst/>
              <a:gdLst/>
              <a:ahLst/>
              <a:cxnLst/>
              <a:rect l="l" t="t" r="r" b="b"/>
              <a:pathLst>
                <a:path w="1453" h="5415" fill="none" extrusionOk="0">
                  <a:moveTo>
                    <a:pt x="364" y="5414"/>
                  </a:moveTo>
                  <a:cubicBezTo>
                    <a:pt x="1" y="3570"/>
                    <a:pt x="394" y="1573"/>
                    <a:pt x="1453" y="1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4528081" y="3006724"/>
              <a:ext cx="44" cy="1381638"/>
            </a:xfrm>
            <a:custGeom>
              <a:avLst/>
              <a:gdLst/>
              <a:ahLst/>
              <a:cxnLst/>
              <a:rect l="l" t="t" r="r" b="b"/>
              <a:pathLst>
                <a:path w="1" h="31515" fill="none" extrusionOk="0">
                  <a:moveTo>
                    <a:pt x="0" y="0"/>
                  </a:moveTo>
                  <a:lnTo>
                    <a:pt x="0" y="3151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8497916" y="3006724"/>
              <a:ext cx="44" cy="1381638"/>
            </a:xfrm>
            <a:custGeom>
              <a:avLst/>
              <a:gdLst/>
              <a:ahLst/>
              <a:cxnLst/>
              <a:rect l="l" t="t" r="r" b="b"/>
              <a:pathLst>
                <a:path w="1" h="31515" fill="none" extrusionOk="0">
                  <a:moveTo>
                    <a:pt x="0" y="0"/>
                  </a:moveTo>
                  <a:lnTo>
                    <a:pt x="0" y="3151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24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5195025" y="2948373"/>
              <a:ext cx="781021" cy="34503"/>
            </a:xfrm>
            <a:custGeom>
              <a:avLst/>
              <a:gdLst/>
              <a:ahLst/>
              <a:cxnLst/>
              <a:rect l="l" t="t" r="r" b="b"/>
              <a:pathLst>
                <a:path w="17815" h="787" extrusionOk="0">
                  <a:moveTo>
                    <a:pt x="394" y="0"/>
                  </a:moveTo>
                  <a:cubicBezTo>
                    <a:pt x="182" y="0"/>
                    <a:pt x="0" y="182"/>
                    <a:pt x="0" y="394"/>
                  </a:cubicBezTo>
                  <a:cubicBezTo>
                    <a:pt x="0" y="605"/>
                    <a:pt x="182" y="787"/>
                    <a:pt x="394" y="787"/>
                  </a:cubicBezTo>
                  <a:lnTo>
                    <a:pt x="17421" y="787"/>
                  </a:lnTo>
                  <a:cubicBezTo>
                    <a:pt x="17633" y="787"/>
                    <a:pt x="17814" y="605"/>
                    <a:pt x="17814" y="394"/>
                  </a:cubicBezTo>
                  <a:cubicBezTo>
                    <a:pt x="17814" y="182"/>
                    <a:pt x="17633" y="0"/>
                    <a:pt x="1742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5311684" y="2575773"/>
              <a:ext cx="726659" cy="407104"/>
            </a:xfrm>
            <a:custGeom>
              <a:avLst/>
              <a:gdLst/>
              <a:ahLst/>
              <a:cxnLst/>
              <a:rect l="l" t="t" r="r" b="b"/>
              <a:pathLst>
                <a:path w="16575" h="9286" extrusionOk="0">
                  <a:moveTo>
                    <a:pt x="1906" y="1"/>
                  </a:moveTo>
                  <a:cubicBezTo>
                    <a:pt x="1604" y="1"/>
                    <a:pt x="1362" y="243"/>
                    <a:pt x="1301" y="545"/>
                  </a:cubicBezTo>
                  <a:lnTo>
                    <a:pt x="1" y="9286"/>
                  </a:lnTo>
                  <a:lnTo>
                    <a:pt x="15214" y="9286"/>
                  </a:lnTo>
                  <a:lnTo>
                    <a:pt x="16514" y="696"/>
                  </a:lnTo>
                  <a:cubicBezTo>
                    <a:pt x="16575" y="334"/>
                    <a:pt x="16303" y="1"/>
                    <a:pt x="1594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7280688" y="2957667"/>
              <a:ext cx="627228" cy="19904"/>
            </a:xfrm>
            <a:custGeom>
              <a:avLst/>
              <a:gdLst/>
              <a:ahLst/>
              <a:cxnLst/>
              <a:rect l="l" t="t" r="r" b="b"/>
              <a:pathLst>
                <a:path w="14307" h="454" extrusionOk="0">
                  <a:moveTo>
                    <a:pt x="1" y="0"/>
                  </a:moveTo>
                  <a:lnTo>
                    <a:pt x="1" y="454"/>
                  </a:lnTo>
                  <a:lnTo>
                    <a:pt x="14307" y="454"/>
                  </a:lnTo>
                  <a:lnTo>
                    <a:pt x="1430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7772621" y="2840964"/>
              <a:ext cx="346122" cy="129988"/>
            </a:xfrm>
            <a:custGeom>
              <a:avLst/>
              <a:gdLst/>
              <a:ahLst/>
              <a:cxnLst/>
              <a:rect l="l" t="t" r="r" b="b"/>
              <a:pathLst>
                <a:path w="7895" h="2965" extrusionOk="0">
                  <a:moveTo>
                    <a:pt x="6895" y="874"/>
                  </a:moveTo>
                  <a:cubicBezTo>
                    <a:pt x="7010" y="874"/>
                    <a:pt x="7118" y="901"/>
                    <a:pt x="7199" y="999"/>
                  </a:cubicBezTo>
                  <a:cubicBezTo>
                    <a:pt x="7320" y="1150"/>
                    <a:pt x="7320" y="1331"/>
                    <a:pt x="7199" y="1483"/>
                  </a:cubicBezTo>
                  <a:cubicBezTo>
                    <a:pt x="7078" y="1664"/>
                    <a:pt x="6866" y="1755"/>
                    <a:pt x="6685" y="1846"/>
                  </a:cubicBezTo>
                  <a:cubicBezTo>
                    <a:pt x="6443" y="1967"/>
                    <a:pt x="6201" y="2057"/>
                    <a:pt x="5959" y="2118"/>
                  </a:cubicBezTo>
                  <a:cubicBezTo>
                    <a:pt x="5747" y="2178"/>
                    <a:pt x="5566" y="2209"/>
                    <a:pt x="5354" y="2239"/>
                  </a:cubicBezTo>
                  <a:cubicBezTo>
                    <a:pt x="5747" y="1906"/>
                    <a:pt x="6110" y="1483"/>
                    <a:pt x="6322" y="999"/>
                  </a:cubicBezTo>
                  <a:lnTo>
                    <a:pt x="6594" y="908"/>
                  </a:lnTo>
                  <a:cubicBezTo>
                    <a:pt x="6692" y="894"/>
                    <a:pt x="6796" y="874"/>
                    <a:pt x="6895" y="874"/>
                  </a:cubicBezTo>
                  <a:close/>
                  <a:moveTo>
                    <a:pt x="1" y="1"/>
                  </a:moveTo>
                  <a:cubicBezTo>
                    <a:pt x="243" y="1694"/>
                    <a:pt x="1634" y="2965"/>
                    <a:pt x="3297" y="2965"/>
                  </a:cubicBezTo>
                  <a:cubicBezTo>
                    <a:pt x="3842" y="2965"/>
                    <a:pt x="4356" y="2844"/>
                    <a:pt x="4810" y="2602"/>
                  </a:cubicBezTo>
                  <a:cubicBezTo>
                    <a:pt x="4900" y="2632"/>
                    <a:pt x="5021" y="2632"/>
                    <a:pt x="5112" y="2662"/>
                  </a:cubicBezTo>
                  <a:cubicBezTo>
                    <a:pt x="5384" y="2662"/>
                    <a:pt x="5626" y="2632"/>
                    <a:pt x="5868" y="2602"/>
                  </a:cubicBezTo>
                  <a:cubicBezTo>
                    <a:pt x="6352" y="2541"/>
                    <a:pt x="6866" y="2360"/>
                    <a:pt x="7259" y="2088"/>
                  </a:cubicBezTo>
                  <a:cubicBezTo>
                    <a:pt x="7622" y="1815"/>
                    <a:pt x="7895" y="1392"/>
                    <a:pt x="7713" y="938"/>
                  </a:cubicBezTo>
                  <a:cubicBezTo>
                    <a:pt x="7653" y="727"/>
                    <a:pt x="7471" y="545"/>
                    <a:pt x="7259" y="454"/>
                  </a:cubicBezTo>
                  <a:cubicBezTo>
                    <a:pt x="7154" y="394"/>
                    <a:pt x="7033" y="371"/>
                    <a:pt x="6908" y="371"/>
                  </a:cubicBezTo>
                  <a:cubicBezTo>
                    <a:pt x="6783" y="371"/>
                    <a:pt x="6654" y="394"/>
                    <a:pt x="6534" y="424"/>
                  </a:cubicBezTo>
                  <a:cubicBezTo>
                    <a:pt x="6594" y="273"/>
                    <a:pt x="6594" y="152"/>
                    <a:pt x="662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7705019" y="2960297"/>
              <a:ext cx="434943" cy="15958"/>
            </a:xfrm>
            <a:custGeom>
              <a:avLst/>
              <a:gdLst/>
              <a:ahLst/>
              <a:cxnLst/>
              <a:rect l="l" t="t" r="r" b="b"/>
              <a:pathLst>
                <a:path w="9921" h="364" extrusionOk="0">
                  <a:moveTo>
                    <a:pt x="0" y="1"/>
                  </a:moveTo>
                  <a:lnTo>
                    <a:pt x="0" y="364"/>
                  </a:lnTo>
                  <a:lnTo>
                    <a:pt x="9920" y="364"/>
                  </a:lnTo>
                  <a:lnTo>
                    <a:pt x="992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4916594" y="3074502"/>
              <a:ext cx="1223856" cy="924073"/>
            </a:xfrm>
            <a:custGeom>
              <a:avLst/>
              <a:gdLst/>
              <a:ahLst/>
              <a:cxnLst/>
              <a:rect l="l" t="t" r="r" b="b"/>
              <a:pathLst>
                <a:path w="27916" h="21078" extrusionOk="0">
                  <a:moveTo>
                    <a:pt x="5142" y="0"/>
                  </a:moveTo>
                  <a:cubicBezTo>
                    <a:pt x="3445" y="0"/>
                    <a:pt x="1231" y="550"/>
                    <a:pt x="696" y="2235"/>
                  </a:cubicBezTo>
                  <a:cubicBezTo>
                    <a:pt x="0" y="4473"/>
                    <a:pt x="2329" y="6983"/>
                    <a:pt x="4083" y="7981"/>
                  </a:cubicBezTo>
                  <a:cubicBezTo>
                    <a:pt x="5898" y="9010"/>
                    <a:pt x="8015" y="9372"/>
                    <a:pt x="10071" y="9524"/>
                  </a:cubicBezTo>
                  <a:cubicBezTo>
                    <a:pt x="11063" y="9605"/>
                    <a:pt x="12059" y="9646"/>
                    <a:pt x="13055" y="9646"/>
                  </a:cubicBezTo>
                  <a:cubicBezTo>
                    <a:pt x="15006" y="9646"/>
                    <a:pt x="16961" y="9491"/>
                    <a:pt x="18902" y="9191"/>
                  </a:cubicBezTo>
                  <a:lnTo>
                    <a:pt x="18902" y="9191"/>
                  </a:lnTo>
                  <a:cubicBezTo>
                    <a:pt x="18788" y="9227"/>
                    <a:pt x="20385" y="18115"/>
                    <a:pt x="20476" y="18839"/>
                  </a:cubicBezTo>
                  <a:cubicBezTo>
                    <a:pt x="20566" y="19414"/>
                    <a:pt x="20657" y="19988"/>
                    <a:pt x="21020" y="20412"/>
                  </a:cubicBezTo>
                  <a:cubicBezTo>
                    <a:pt x="21564" y="21017"/>
                    <a:pt x="22472" y="21047"/>
                    <a:pt x="23258" y="21047"/>
                  </a:cubicBezTo>
                  <a:lnTo>
                    <a:pt x="26041" y="21077"/>
                  </a:lnTo>
                  <a:cubicBezTo>
                    <a:pt x="26494" y="21077"/>
                    <a:pt x="26978" y="21047"/>
                    <a:pt x="27341" y="20775"/>
                  </a:cubicBezTo>
                  <a:cubicBezTo>
                    <a:pt x="27916" y="20381"/>
                    <a:pt x="27916" y="19535"/>
                    <a:pt x="27855" y="18839"/>
                  </a:cubicBezTo>
                  <a:cubicBezTo>
                    <a:pt x="27613" y="16087"/>
                    <a:pt x="27220" y="13334"/>
                    <a:pt x="26676" y="10612"/>
                  </a:cubicBezTo>
                  <a:cubicBezTo>
                    <a:pt x="26222" y="8253"/>
                    <a:pt x="25950" y="5683"/>
                    <a:pt x="24347" y="3807"/>
                  </a:cubicBezTo>
                  <a:cubicBezTo>
                    <a:pt x="22381" y="1539"/>
                    <a:pt x="19266" y="904"/>
                    <a:pt x="16393" y="662"/>
                  </a:cubicBezTo>
                  <a:cubicBezTo>
                    <a:pt x="12854" y="390"/>
                    <a:pt x="9315" y="299"/>
                    <a:pt x="5777" y="27"/>
                  </a:cubicBezTo>
                  <a:cubicBezTo>
                    <a:pt x="5577" y="9"/>
                    <a:pt x="5364" y="0"/>
                    <a:pt x="514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6209360" y="2692476"/>
              <a:ext cx="205569" cy="282465"/>
            </a:xfrm>
            <a:custGeom>
              <a:avLst/>
              <a:gdLst/>
              <a:ahLst/>
              <a:cxnLst/>
              <a:rect l="l" t="t" r="r" b="b"/>
              <a:pathLst>
                <a:path w="4689" h="6443" extrusionOk="0">
                  <a:moveTo>
                    <a:pt x="0" y="0"/>
                  </a:moveTo>
                  <a:lnTo>
                    <a:pt x="847" y="6442"/>
                  </a:lnTo>
                  <a:lnTo>
                    <a:pt x="3841" y="6442"/>
                  </a:lnTo>
                  <a:lnTo>
                    <a:pt x="468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6223959" y="2806505"/>
              <a:ext cx="176371" cy="168436"/>
            </a:xfrm>
            <a:custGeom>
              <a:avLst/>
              <a:gdLst/>
              <a:ahLst/>
              <a:cxnLst/>
              <a:rect l="l" t="t" r="r" b="b"/>
              <a:pathLst>
                <a:path w="4023" h="3842" extrusionOk="0">
                  <a:moveTo>
                    <a:pt x="0" y="0"/>
                  </a:moveTo>
                  <a:lnTo>
                    <a:pt x="514" y="3841"/>
                  </a:lnTo>
                  <a:lnTo>
                    <a:pt x="3508" y="3841"/>
                  </a:lnTo>
                  <a:lnTo>
                    <a:pt x="4023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7457058" y="2687654"/>
              <a:ext cx="1156254" cy="897418"/>
            </a:xfrm>
            <a:custGeom>
              <a:avLst/>
              <a:gdLst/>
              <a:ahLst/>
              <a:cxnLst/>
              <a:rect l="l" t="t" r="r" b="b"/>
              <a:pathLst>
                <a:path w="26374" h="20470" extrusionOk="0">
                  <a:moveTo>
                    <a:pt x="21169" y="1"/>
                  </a:moveTo>
                  <a:cubicBezTo>
                    <a:pt x="20965" y="1"/>
                    <a:pt x="20763" y="26"/>
                    <a:pt x="20567" y="80"/>
                  </a:cubicBezTo>
                  <a:cubicBezTo>
                    <a:pt x="18571" y="594"/>
                    <a:pt x="18238" y="2772"/>
                    <a:pt x="18238" y="4466"/>
                  </a:cubicBezTo>
                  <a:cubicBezTo>
                    <a:pt x="18238" y="6946"/>
                    <a:pt x="18177" y="9547"/>
                    <a:pt x="17815" y="12027"/>
                  </a:cubicBezTo>
                  <a:cubicBezTo>
                    <a:pt x="17603" y="13690"/>
                    <a:pt x="17119" y="15626"/>
                    <a:pt x="15637" y="16594"/>
                  </a:cubicBezTo>
                  <a:cubicBezTo>
                    <a:pt x="13278" y="18106"/>
                    <a:pt x="10465" y="18499"/>
                    <a:pt x="7743" y="18680"/>
                  </a:cubicBezTo>
                  <a:cubicBezTo>
                    <a:pt x="6352" y="18771"/>
                    <a:pt x="4961" y="18832"/>
                    <a:pt x="3600" y="19013"/>
                  </a:cubicBezTo>
                  <a:cubicBezTo>
                    <a:pt x="3206" y="19043"/>
                    <a:pt x="1" y="19346"/>
                    <a:pt x="908" y="20223"/>
                  </a:cubicBezTo>
                  <a:cubicBezTo>
                    <a:pt x="1124" y="20439"/>
                    <a:pt x="1510" y="20470"/>
                    <a:pt x="1867" y="20470"/>
                  </a:cubicBezTo>
                  <a:cubicBezTo>
                    <a:pt x="2010" y="20470"/>
                    <a:pt x="2148" y="20465"/>
                    <a:pt x="2269" y="20465"/>
                  </a:cubicBezTo>
                  <a:lnTo>
                    <a:pt x="13913" y="20435"/>
                  </a:lnTo>
                  <a:lnTo>
                    <a:pt x="22170" y="20435"/>
                  </a:lnTo>
                  <a:cubicBezTo>
                    <a:pt x="25920" y="20435"/>
                    <a:pt x="26374" y="15747"/>
                    <a:pt x="26283" y="12964"/>
                  </a:cubicBezTo>
                  <a:cubicBezTo>
                    <a:pt x="26192" y="9758"/>
                    <a:pt x="25950" y="6068"/>
                    <a:pt x="24680" y="3105"/>
                  </a:cubicBezTo>
                  <a:cubicBezTo>
                    <a:pt x="24317" y="2227"/>
                    <a:pt x="23863" y="1411"/>
                    <a:pt x="23168" y="776"/>
                  </a:cubicBezTo>
                  <a:cubicBezTo>
                    <a:pt x="22604" y="306"/>
                    <a:pt x="21877" y="1"/>
                    <a:pt x="2116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4595683" y="2502867"/>
              <a:ext cx="1197376" cy="1262611"/>
            </a:xfrm>
            <a:custGeom>
              <a:avLst/>
              <a:gdLst/>
              <a:ahLst/>
              <a:cxnLst/>
              <a:rect l="l" t="t" r="r" b="b"/>
              <a:pathLst>
                <a:path w="27312" h="28800" extrusionOk="0">
                  <a:moveTo>
                    <a:pt x="2027" y="0"/>
                  </a:moveTo>
                  <a:cubicBezTo>
                    <a:pt x="455" y="4749"/>
                    <a:pt x="1" y="9921"/>
                    <a:pt x="1301" y="14760"/>
                  </a:cubicBezTo>
                  <a:cubicBezTo>
                    <a:pt x="2602" y="19568"/>
                    <a:pt x="5747" y="23954"/>
                    <a:pt x="10163" y="26283"/>
                  </a:cubicBezTo>
                  <a:cubicBezTo>
                    <a:pt x="13248" y="27886"/>
                    <a:pt x="16787" y="28430"/>
                    <a:pt x="20265" y="28672"/>
                  </a:cubicBezTo>
                  <a:cubicBezTo>
                    <a:pt x="20909" y="28705"/>
                    <a:pt x="21919" y="28800"/>
                    <a:pt x="22981" y="28800"/>
                  </a:cubicBezTo>
                  <a:cubicBezTo>
                    <a:pt x="24812" y="28800"/>
                    <a:pt x="26795" y="28519"/>
                    <a:pt x="27312" y="27160"/>
                  </a:cubicBezTo>
                  <a:cubicBezTo>
                    <a:pt x="27191" y="27099"/>
                    <a:pt x="27070" y="27039"/>
                    <a:pt x="26949" y="26978"/>
                  </a:cubicBezTo>
                  <a:cubicBezTo>
                    <a:pt x="26888" y="26948"/>
                    <a:pt x="26828" y="26918"/>
                    <a:pt x="26737" y="26888"/>
                  </a:cubicBezTo>
                  <a:cubicBezTo>
                    <a:pt x="26072" y="26706"/>
                    <a:pt x="25376" y="26525"/>
                    <a:pt x="24680" y="26343"/>
                  </a:cubicBezTo>
                  <a:cubicBezTo>
                    <a:pt x="23168" y="25920"/>
                    <a:pt x="21716" y="25375"/>
                    <a:pt x="20325" y="24710"/>
                  </a:cubicBezTo>
                  <a:cubicBezTo>
                    <a:pt x="17633" y="23379"/>
                    <a:pt x="15002" y="21897"/>
                    <a:pt x="12734" y="19962"/>
                  </a:cubicBezTo>
                  <a:cubicBezTo>
                    <a:pt x="10617" y="18147"/>
                    <a:pt x="8711" y="16090"/>
                    <a:pt x="7199" y="13731"/>
                  </a:cubicBezTo>
                  <a:cubicBezTo>
                    <a:pt x="6473" y="12612"/>
                    <a:pt x="5868" y="11403"/>
                    <a:pt x="5294" y="10193"/>
                  </a:cubicBezTo>
                  <a:cubicBezTo>
                    <a:pt x="4749" y="9043"/>
                    <a:pt x="4205" y="7894"/>
                    <a:pt x="3691" y="6715"/>
                  </a:cubicBezTo>
                  <a:cubicBezTo>
                    <a:pt x="2814" y="4658"/>
                    <a:pt x="1967" y="2359"/>
                    <a:pt x="2027" y="91"/>
                  </a:cubicBezTo>
                  <a:lnTo>
                    <a:pt x="202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4386213" y="2976211"/>
              <a:ext cx="4244346" cy="47786"/>
            </a:xfrm>
            <a:custGeom>
              <a:avLst/>
              <a:gdLst/>
              <a:ahLst/>
              <a:cxnLst/>
              <a:rect l="l" t="t" r="r" b="b"/>
              <a:pathLst>
                <a:path w="96813" h="1090" extrusionOk="0">
                  <a:moveTo>
                    <a:pt x="0" y="1"/>
                  </a:moveTo>
                  <a:lnTo>
                    <a:pt x="0" y="1089"/>
                  </a:lnTo>
                  <a:lnTo>
                    <a:pt x="96813" y="1089"/>
                  </a:lnTo>
                  <a:lnTo>
                    <a:pt x="96813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" name="ZoneTexte 81"/>
          <p:cNvSpPr txBox="1"/>
          <p:nvPr/>
        </p:nvSpPr>
        <p:spPr>
          <a:xfrm>
            <a:off x="304800" y="3552497"/>
            <a:ext cx="33843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buSzPts val="1100"/>
            </a:pPr>
            <a:r>
              <a:rPr lang="en-US" dirty="0" smtClean="0"/>
              <a:t>=&gt;This act is called recursion and the corresponding function is called as recursive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" grpId="0"/>
      <p:bldP spid="463" grpId="0" build="p"/>
      <p:bldP spid="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7"/>
          <p:cNvSpPr/>
          <p:nvPr/>
        </p:nvSpPr>
        <p:spPr>
          <a:xfrm>
            <a:off x="666525" y="1519425"/>
            <a:ext cx="2222100" cy="222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7"/>
          <p:cNvSpPr txBox="1">
            <a:spLocks noGrp="1"/>
          </p:cNvSpPr>
          <p:nvPr>
            <p:ph type="title"/>
          </p:nvPr>
        </p:nvSpPr>
        <p:spPr>
          <a:xfrm>
            <a:off x="3373821" y="683172"/>
            <a:ext cx="5057279" cy="16194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4400" b="0" dirty="0" smtClean="0"/>
              <a:t>When do we use recursion?</a:t>
            </a:r>
            <a:br>
              <a:rPr lang="en-US" sz="4400" b="0" dirty="0" smtClean="0"/>
            </a:br>
            <a:endParaRPr sz="4400"/>
          </a:p>
        </p:txBody>
      </p:sp>
      <p:grpSp>
        <p:nvGrpSpPr>
          <p:cNvPr id="547" name="Google Shape;547;p47"/>
          <p:cNvGrpSpPr/>
          <p:nvPr/>
        </p:nvGrpSpPr>
        <p:grpSpPr>
          <a:xfrm>
            <a:off x="297275" y="2729943"/>
            <a:ext cx="1671184" cy="2440924"/>
            <a:chOff x="6795049" y="1179275"/>
            <a:chExt cx="1268451" cy="1852694"/>
          </a:xfrm>
        </p:grpSpPr>
        <p:sp>
          <p:nvSpPr>
            <p:cNvPr id="548" name="Google Shape;548;p47"/>
            <p:cNvSpPr/>
            <p:nvPr/>
          </p:nvSpPr>
          <p:spPr>
            <a:xfrm flipH="1">
              <a:off x="7005588" y="1179275"/>
              <a:ext cx="520739" cy="924305"/>
            </a:xfrm>
            <a:custGeom>
              <a:avLst/>
              <a:gdLst/>
              <a:ahLst/>
              <a:cxnLst/>
              <a:rect l="l" t="t" r="r" b="b"/>
              <a:pathLst>
                <a:path w="16559" h="29392" extrusionOk="0">
                  <a:moveTo>
                    <a:pt x="8501" y="4644"/>
                  </a:moveTo>
                  <a:cubicBezTo>
                    <a:pt x="8562" y="4644"/>
                    <a:pt x="8636" y="4667"/>
                    <a:pt x="8724" y="4719"/>
                  </a:cubicBezTo>
                  <a:cubicBezTo>
                    <a:pt x="8937" y="4841"/>
                    <a:pt x="8998" y="5084"/>
                    <a:pt x="9059" y="5297"/>
                  </a:cubicBezTo>
                  <a:cubicBezTo>
                    <a:pt x="9211" y="5874"/>
                    <a:pt x="9302" y="6452"/>
                    <a:pt x="9332" y="6999"/>
                  </a:cubicBezTo>
                  <a:cubicBezTo>
                    <a:pt x="9332" y="7090"/>
                    <a:pt x="9332" y="7364"/>
                    <a:pt x="9271" y="7576"/>
                  </a:cubicBezTo>
                  <a:cubicBezTo>
                    <a:pt x="9252" y="7733"/>
                    <a:pt x="9195" y="7852"/>
                    <a:pt x="9100" y="7852"/>
                  </a:cubicBezTo>
                  <a:cubicBezTo>
                    <a:pt x="9047" y="7852"/>
                    <a:pt x="8983" y="7815"/>
                    <a:pt x="8907" y="7728"/>
                  </a:cubicBezTo>
                  <a:cubicBezTo>
                    <a:pt x="8420" y="7242"/>
                    <a:pt x="8299" y="6543"/>
                    <a:pt x="8268" y="5874"/>
                  </a:cubicBezTo>
                  <a:cubicBezTo>
                    <a:pt x="8242" y="5637"/>
                    <a:pt x="8101" y="4644"/>
                    <a:pt x="8501" y="4644"/>
                  </a:cubicBezTo>
                  <a:close/>
                  <a:moveTo>
                    <a:pt x="12372" y="12501"/>
                  </a:moveTo>
                  <a:cubicBezTo>
                    <a:pt x="12493" y="12501"/>
                    <a:pt x="12585" y="12531"/>
                    <a:pt x="12645" y="12653"/>
                  </a:cubicBezTo>
                  <a:cubicBezTo>
                    <a:pt x="12676" y="12713"/>
                    <a:pt x="12676" y="12865"/>
                    <a:pt x="12615" y="12926"/>
                  </a:cubicBezTo>
                  <a:cubicBezTo>
                    <a:pt x="11825" y="13686"/>
                    <a:pt x="10761" y="14081"/>
                    <a:pt x="9697" y="14081"/>
                  </a:cubicBezTo>
                  <a:cubicBezTo>
                    <a:pt x="9484" y="14081"/>
                    <a:pt x="9393" y="13747"/>
                    <a:pt x="9575" y="13625"/>
                  </a:cubicBezTo>
                  <a:cubicBezTo>
                    <a:pt x="9636" y="13595"/>
                    <a:pt x="9697" y="13564"/>
                    <a:pt x="9758" y="13504"/>
                  </a:cubicBezTo>
                  <a:cubicBezTo>
                    <a:pt x="9788" y="13443"/>
                    <a:pt x="9819" y="13382"/>
                    <a:pt x="9910" y="13321"/>
                  </a:cubicBezTo>
                  <a:cubicBezTo>
                    <a:pt x="10609" y="12956"/>
                    <a:pt x="11399" y="12561"/>
                    <a:pt x="12189" y="12501"/>
                  </a:cubicBezTo>
                  <a:close/>
                  <a:moveTo>
                    <a:pt x="4855" y="12077"/>
                  </a:moveTo>
                  <a:cubicBezTo>
                    <a:pt x="4939" y="12077"/>
                    <a:pt x="5024" y="12087"/>
                    <a:pt x="5107" y="12105"/>
                  </a:cubicBezTo>
                  <a:cubicBezTo>
                    <a:pt x="5350" y="12197"/>
                    <a:pt x="5563" y="12349"/>
                    <a:pt x="5746" y="12561"/>
                  </a:cubicBezTo>
                  <a:cubicBezTo>
                    <a:pt x="6232" y="13139"/>
                    <a:pt x="6475" y="13899"/>
                    <a:pt x="6566" y="14659"/>
                  </a:cubicBezTo>
                  <a:cubicBezTo>
                    <a:pt x="6597" y="15054"/>
                    <a:pt x="6566" y="15449"/>
                    <a:pt x="6384" y="15753"/>
                  </a:cubicBezTo>
                  <a:cubicBezTo>
                    <a:pt x="6170" y="16087"/>
                    <a:pt x="5968" y="16221"/>
                    <a:pt x="5782" y="16221"/>
                  </a:cubicBezTo>
                  <a:cubicBezTo>
                    <a:pt x="5119" y="16221"/>
                    <a:pt x="4648" y="14525"/>
                    <a:pt x="4530" y="14051"/>
                  </a:cubicBezTo>
                  <a:cubicBezTo>
                    <a:pt x="4439" y="13656"/>
                    <a:pt x="3983" y="12592"/>
                    <a:pt x="4347" y="12257"/>
                  </a:cubicBezTo>
                  <a:cubicBezTo>
                    <a:pt x="4474" y="12130"/>
                    <a:pt x="4661" y="12077"/>
                    <a:pt x="4855" y="12077"/>
                  </a:cubicBezTo>
                  <a:close/>
                  <a:moveTo>
                    <a:pt x="13172" y="0"/>
                  </a:moveTo>
                  <a:cubicBezTo>
                    <a:pt x="12729" y="0"/>
                    <a:pt x="12240" y="117"/>
                    <a:pt x="11703" y="373"/>
                  </a:cubicBezTo>
                  <a:cubicBezTo>
                    <a:pt x="11764" y="677"/>
                    <a:pt x="11825" y="950"/>
                    <a:pt x="11916" y="1224"/>
                  </a:cubicBezTo>
                  <a:cubicBezTo>
                    <a:pt x="11977" y="1558"/>
                    <a:pt x="12037" y="1893"/>
                    <a:pt x="12037" y="2227"/>
                  </a:cubicBezTo>
                  <a:cubicBezTo>
                    <a:pt x="12037" y="2409"/>
                    <a:pt x="12007" y="2592"/>
                    <a:pt x="11977" y="2774"/>
                  </a:cubicBezTo>
                  <a:cubicBezTo>
                    <a:pt x="11916" y="2987"/>
                    <a:pt x="11855" y="3139"/>
                    <a:pt x="11642" y="3200"/>
                  </a:cubicBezTo>
                  <a:cubicBezTo>
                    <a:pt x="11618" y="3208"/>
                    <a:pt x="11591" y="3211"/>
                    <a:pt x="11565" y="3211"/>
                  </a:cubicBezTo>
                  <a:cubicBezTo>
                    <a:pt x="11492" y="3211"/>
                    <a:pt x="11421" y="3183"/>
                    <a:pt x="11399" y="3139"/>
                  </a:cubicBezTo>
                  <a:cubicBezTo>
                    <a:pt x="10913" y="2531"/>
                    <a:pt x="10761" y="1771"/>
                    <a:pt x="10670" y="1011"/>
                  </a:cubicBezTo>
                  <a:cubicBezTo>
                    <a:pt x="10487" y="1133"/>
                    <a:pt x="10274" y="1285"/>
                    <a:pt x="10092" y="1467"/>
                  </a:cubicBezTo>
                  <a:cubicBezTo>
                    <a:pt x="6779" y="4263"/>
                    <a:pt x="4439" y="8032"/>
                    <a:pt x="2888" y="12166"/>
                  </a:cubicBezTo>
                  <a:cubicBezTo>
                    <a:pt x="1885" y="14841"/>
                    <a:pt x="1247" y="17607"/>
                    <a:pt x="882" y="20434"/>
                  </a:cubicBezTo>
                  <a:cubicBezTo>
                    <a:pt x="609" y="22653"/>
                    <a:pt x="1" y="25875"/>
                    <a:pt x="669" y="28063"/>
                  </a:cubicBezTo>
                  <a:cubicBezTo>
                    <a:pt x="821" y="28580"/>
                    <a:pt x="1217" y="29066"/>
                    <a:pt x="1733" y="29188"/>
                  </a:cubicBezTo>
                  <a:cubicBezTo>
                    <a:pt x="1801" y="29203"/>
                    <a:pt x="1869" y="29210"/>
                    <a:pt x="1938" y="29210"/>
                  </a:cubicBezTo>
                  <a:cubicBezTo>
                    <a:pt x="2428" y="29210"/>
                    <a:pt x="2919" y="28847"/>
                    <a:pt x="2919" y="28367"/>
                  </a:cubicBezTo>
                  <a:cubicBezTo>
                    <a:pt x="2983" y="29101"/>
                    <a:pt x="3448" y="29391"/>
                    <a:pt x="3978" y="29391"/>
                  </a:cubicBezTo>
                  <a:cubicBezTo>
                    <a:pt x="4457" y="29391"/>
                    <a:pt x="4988" y="29154"/>
                    <a:pt x="5320" y="28793"/>
                  </a:cubicBezTo>
                  <a:cubicBezTo>
                    <a:pt x="10700" y="22926"/>
                    <a:pt x="14469" y="15601"/>
                    <a:pt x="16110" y="7820"/>
                  </a:cubicBezTo>
                  <a:lnTo>
                    <a:pt x="16110" y="7820"/>
                  </a:lnTo>
                  <a:cubicBezTo>
                    <a:pt x="14834" y="8367"/>
                    <a:pt x="13557" y="8853"/>
                    <a:pt x="12189" y="9005"/>
                  </a:cubicBezTo>
                  <a:cubicBezTo>
                    <a:pt x="12178" y="9007"/>
                    <a:pt x="12167" y="9007"/>
                    <a:pt x="12157" y="9007"/>
                  </a:cubicBezTo>
                  <a:cubicBezTo>
                    <a:pt x="11959" y="9007"/>
                    <a:pt x="11802" y="8752"/>
                    <a:pt x="11946" y="8580"/>
                  </a:cubicBezTo>
                  <a:cubicBezTo>
                    <a:pt x="12645" y="7728"/>
                    <a:pt x="13740" y="7181"/>
                    <a:pt x="14773" y="6786"/>
                  </a:cubicBezTo>
                  <a:cubicBezTo>
                    <a:pt x="15290" y="6573"/>
                    <a:pt x="15806" y="6421"/>
                    <a:pt x="16354" y="6269"/>
                  </a:cubicBezTo>
                  <a:cubicBezTo>
                    <a:pt x="16558" y="3253"/>
                    <a:pt x="15516" y="0"/>
                    <a:pt x="1317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7"/>
            <p:cNvSpPr/>
            <p:nvPr/>
          </p:nvSpPr>
          <p:spPr>
            <a:xfrm flipH="1">
              <a:off x="7499521" y="1715976"/>
              <a:ext cx="563979" cy="634642"/>
            </a:xfrm>
            <a:custGeom>
              <a:avLst/>
              <a:gdLst/>
              <a:ahLst/>
              <a:cxnLst/>
              <a:rect l="l" t="t" r="r" b="b"/>
              <a:pathLst>
                <a:path w="17934" h="20181" extrusionOk="0">
                  <a:moveTo>
                    <a:pt x="2918" y="3184"/>
                  </a:moveTo>
                  <a:cubicBezTo>
                    <a:pt x="3496" y="3184"/>
                    <a:pt x="4134" y="3367"/>
                    <a:pt x="4590" y="3762"/>
                  </a:cubicBezTo>
                  <a:cubicBezTo>
                    <a:pt x="4681" y="3853"/>
                    <a:pt x="4712" y="4036"/>
                    <a:pt x="4651" y="4127"/>
                  </a:cubicBezTo>
                  <a:cubicBezTo>
                    <a:pt x="4590" y="4279"/>
                    <a:pt x="4469" y="4339"/>
                    <a:pt x="4317" y="4339"/>
                  </a:cubicBezTo>
                  <a:cubicBezTo>
                    <a:pt x="3982" y="4339"/>
                    <a:pt x="3648" y="4248"/>
                    <a:pt x="3344" y="4096"/>
                  </a:cubicBezTo>
                  <a:cubicBezTo>
                    <a:pt x="3131" y="3975"/>
                    <a:pt x="2918" y="3823"/>
                    <a:pt x="2706" y="3701"/>
                  </a:cubicBezTo>
                  <a:cubicBezTo>
                    <a:pt x="2614" y="3640"/>
                    <a:pt x="2523" y="3549"/>
                    <a:pt x="2493" y="3458"/>
                  </a:cubicBezTo>
                  <a:cubicBezTo>
                    <a:pt x="2493" y="3367"/>
                    <a:pt x="2554" y="3276"/>
                    <a:pt x="2645" y="3245"/>
                  </a:cubicBezTo>
                  <a:cubicBezTo>
                    <a:pt x="2706" y="3184"/>
                    <a:pt x="2827" y="3184"/>
                    <a:pt x="2918" y="3184"/>
                  </a:cubicBezTo>
                  <a:close/>
                  <a:moveTo>
                    <a:pt x="8471" y="2373"/>
                  </a:moveTo>
                  <a:cubicBezTo>
                    <a:pt x="8569" y="2373"/>
                    <a:pt x="8671" y="2421"/>
                    <a:pt x="8785" y="2516"/>
                  </a:cubicBezTo>
                  <a:cubicBezTo>
                    <a:pt x="9180" y="2911"/>
                    <a:pt x="9636" y="3701"/>
                    <a:pt x="9666" y="4279"/>
                  </a:cubicBezTo>
                  <a:cubicBezTo>
                    <a:pt x="9697" y="5039"/>
                    <a:pt x="9119" y="6011"/>
                    <a:pt x="8815" y="6710"/>
                  </a:cubicBezTo>
                  <a:cubicBezTo>
                    <a:pt x="8730" y="6881"/>
                    <a:pt x="8618" y="7078"/>
                    <a:pt x="8455" y="7078"/>
                  </a:cubicBezTo>
                  <a:cubicBezTo>
                    <a:pt x="8443" y="7078"/>
                    <a:pt x="8432" y="7077"/>
                    <a:pt x="8420" y="7075"/>
                  </a:cubicBezTo>
                  <a:cubicBezTo>
                    <a:pt x="8238" y="7075"/>
                    <a:pt x="8146" y="6893"/>
                    <a:pt x="8086" y="6741"/>
                  </a:cubicBezTo>
                  <a:cubicBezTo>
                    <a:pt x="7751" y="5890"/>
                    <a:pt x="7630" y="4978"/>
                    <a:pt x="7690" y="4066"/>
                  </a:cubicBezTo>
                  <a:cubicBezTo>
                    <a:pt x="7721" y="3853"/>
                    <a:pt x="7903" y="2668"/>
                    <a:pt x="8298" y="2425"/>
                  </a:cubicBezTo>
                  <a:cubicBezTo>
                    <a:pt x="8355" y="2390"/>
                    <a:pt x="8412" y="2373"/>
                    <a:pt x="8471" y="2373"/>
                  </a:cubicBezTo>
                  <a:close/>
                  <a:moveTo>
                    <a:pt x="5100" y="6966"/>
                  </a:moveTo>
                  <a:cubicBezTo>
                    <a:pt x="5215" y="6966"/>
                    <a:pt x="5330" y="6973"/>
                    <a:pt x="5441" y="6984"/>
                  </a:cubicBezTo>
                  <a:cubicBezTo>
                    <a:pt x="5745" y="7014"/>
                    <a:pt x="6019" y="7045"/>
                    <a:pt x="6323" y="7105"/>
                  </a:cubicBezTo>
                  <a:cubicBezTo>
                    <a:pt x="6627" y="7136"/>
                    <a:pt x="7599" y="7501"/>
                    <a:pt x="6991" y="7926"/>
                  </a:cubicBezTo>
                  <a:cubicBezTo>
                    <a:pt x="6775" y="8062"/>
                    <a:pt x="6491" y="8119"/>
                    <a:pt x="6185" y="8119"/>
                  </a:cubicBezTo>
                  <a:cubicBezTo>
                    <a:pt x="5804" y="8119"/>
                    <a:pt x="5386" y="8031"/>
                    <a:pt x="5016" y="7896"/>
                  </a:cubicBezTo>
                  <a:cubicBezTo>
                    <a:pt x="4742" y="7805"/>
                    <a:pt x="4499" y="7683"/>
                    <a:pt x="4347" y="7592"/>
                  </a:cubicBezTo>
                  <a:cubicBezTo>
                    <a:pt x="4317" y="7561"/>
                    <a:pt x="4286" y="7531"/>
                    <a:pt x="4256" y="7501"/>
                  </a:cubicBezTo>
                  <a:cubicBezTo>
                    <a:pt x="4195" y="7440"/>
                    <a:pt x="4195" y="7318"/>
                    <a:pt x="4256" y="7227"/>
                  </a:cubicBezTo>
                  <a:cubicBezTo>
                    <a:pt x="4317" y="7136"/>
                    <a:pt x="4408" y="7105"/>
                    <a:pt x="4529" y="7045"/>
                  </a:cubicBezTo>
                  <a:cubicBezTo>
                    <a:pt x="4703" y="6987"/>
                    <a:pt x="4901" y="6966"/>
                    <a:pt x="5100" y="6966"/>
                  </a:cubicBezTo>
                  <a:close/>
                  <a:moveTo>
                    <a:pt x="11850" y="7285"/>
                  </a:moveTo>
                  <a:cubicBezTo>
                    <a:pt x="11852" y="7285"/>
                    <a:pt x="11854" y="7286"/>
                    <a:pt x="11855" y="7288"/>
                  </a:cubicBezTo>
                  <a:cubicBezTo>
                    <a:pt x="12067" y="7592"/>
                    <a:pt x="12128" y="7896"/>
                    <a:pt x="12098" y="8200"/>
                  </a:cubicBezTo>
                  <a:cubicBezTo>
                    <a:pt x="12067" y="8808"/>
                    <a:pt x="11703" y="9355"/>
                    <a:pt x="11399" y="9871"/>
                  </a:cubicBezTo>
                  <a:cubicBezTo>
                    <a:pt x="11247" y="9871"/>
                    <a:pt x="11156" y="9719"/>
                    <a:pt x="11125" y="9568"/>
                  </a:cubicBezTo>
                  <a:cubicBezTo>
                    <a:pt x="11064" y="9112"/>
                    <a:pt x="11095" y="8656"/>
                    <a:pt x="11247" y="8230"/>
                  </a:cubicBezTo>
                  <a:cubicBezTo>
                    <a:pt x="11276" y="8142"/>
                    <a:pt x="11790" y="7285"/>
                    <a:pt x="11850" y="7285"/>
                  </a:cubicBezTo>
                  <a:close/>
                  <a:moveTo>
                    <a:pt x="7052" y="10305"/>
                  </a:moveTo>
                  <a:cubicBezTo>
                    <a:pt x="7455" y="10305"/>
                    <a:pt x="7858" y="10373"/>
                    <a:pt x="8238" y="10479"/>
                  </a:cubicBezTo>
                  <a:cubicBezTo>
                    <a:pt x="9058" y="10723"/>
                    <a:pt x="9849" y="11148"/>
                    <a:pt x="10456" y="11756"/>
                  </a:cubicBezTo>
                  <a:cubicBezTo>
                    <a:pt x="10578" y="11908"/>
                    <a:pt x="10608" y="12090"/>
                    <a:pt x="10487" y="12273"/>
                  </a:cubicBezTo>
                  <a:cubicBezTo>
                    <a:pt x="10418" y="12341"/>
                    <a:pt x="10316" y="12375"/>
                    <a:pt x="10205" y="12375"/>
                  </a:cubicBezTo>
                  <a:cubicBezTo>
                    <a:pt x="10168" y="12375"/>
                    <a:pt x="10130" y="12371"/>
                    <a:pt x="10092" y="12364"/>
                  </a:cubicBezTo>
                  <a:cubicBezTo>
                    <a:pt x="9930" y="12391"/>
                    <a:pt x="9766" y="12403"/>
                    <a:pt x="9602" y="12403"/>
                  </a:cubicBezTo>
                  <a:cubicBezTo>
                    <a:pt x="9029" y="12403"/>
                    <a:pt x="8454" y="12256"/>
                    <a:pt x="7934" y="12090"/>
                  </a:cubicBezTo>
                  <a:cubicBezTo>
                    <a:pt x="7204" y="11878"/>
                    <a:pt x="6475" y="11604"/>
                    <a:pt x="5836" y="11209"/>
                  </a:cubicBezTo>
                  <a:cubicBezTo>
                    <a:pt x="5563" y="11026"/>
                    <a:pt x="5593" y="10662"/>
                    <a:pt x="5867" y="10540"/>
                  </a:cubicBezTo>
                  <a:cubicBezTo>
                    <a:pt x="6247" y="10373"/>
                    <a:pt x="6649" y="10305"/>
                    <a:pt x="7052" y="10305"/>
                  </a:cubicBezTo>
                  <a:close/>
                  <a:moveTo>
                    <a:pt x="16759" y="15071"/>
                  </a:moveTo>
                  <a:cubicBezTo>
                    <a:pt x="16875" y="15071"/>
                    <a:pt x="16973" y="15137"/>
                    <a:pt x="17022" y="15312"/>
                  </a:cubicBezTo>
                  <a:cubicBezTo>
                    <a:pt x="17052" y="15434"/>
                    <a:pt x="17022" y="15555"/>
                    <a:pt x="16992" y="15677"/>
                  </a:cubicBezTo>
                  <a:cubicBezTo>
                    <a:pt x="16961" y="15799"/>
                    <a:pt x="16931" y="15890"/>
                    <a:pt x="16900" y="16011"/>
                  </a:cubicBezTo>
                  <a:cubicBezTo>
                    <a:pt x="16779" y="16315"/>
                    <a:pt x="16596" y="16589"/>
                    <a:pt x="16384" y="16832"/>
                  </a:cubicBezTo>
                  <a:cubicBezTo>
                    <a:pt x="16384" y="16862"/>
                    <a:pt x="16353" y="16893"/>
                    <a:pt x="16323" y="16893"/>
                  </a:cubicBezTo>
                  <a:cubicBezTo>
                    <a:pt x="16292" y="16893"/>
                    <a:pt x="16262" y="16862"/>
                    <a:pt x="16262" y="16862"/>
                  </a:cubicBezTo>
                  <a:cubicBezTo>
                    <a:pt x="16080" y="16710"/>
                    <a:pt x="15988" y="16467"/>
                    <a:pt x="15958" y="16255"/>
                  </a:cubicBezTo>
                  <a:cubicBezTo>
                    <a:pt x="15958" y="16011"/>
                    <a:pt x="16019" y="15768"/>
                    <a:pt x="16110" y="15555"/>
                  </a:cubicBezTo>
                  <a:cubicBezTo>
                    <a:pt x="16193" y="15369"/>
                    <a:pt x="16514" y="15071"/>
                    <a:pt x="16759" y="15071"/>
                  </a:cubicBezTo>
                  <a:close/>
                  <a:moveTo>
                    <a:pt x="9544" y="17105"/>
                  </a:moveTo>
                  <a:cubicBezTo>
                    <a:pt x="9544" y="17105"/>
                    <a:pt x="9544" y="17106"/>
                    <a:pt x="9545" y="17106"/>
                  </a:cubicBezTo>
                  <a:cubicBezTo>
                    <a:pt x="9544" y="17105"/>
                    <a:pt x="9544" y="17105"/>
                    <a:pt x="9544" y="17105"/>
                  </a:cubicBezTo>
                  <a:close/>
                  <a:moveTo>
                    <a:pt x="10578" y="17835"/>
                  </a:moveTo>
                  <a:cubicBezTo>
                    <a:pt x="10579" y="17836"/>
                    <a:pt x="10580" y="17836"/>
                    <a:pt x="10581" y="17837"/>
                  </a:cubicBezTo>
                  <a:lnTo>
                    <a:pt x="10581" y="17837"/>
                  </a:lnTo>
                  <a:cubicBezTo>
                    <a:pt x="10580" y="17836"/>
                    <a:pt x="10579" y="17836"/>
                    <a:pt x="10578" y="17835"/>
                  </a:cubicBezTo>
                  <a:close/>
                  <a:moveTo>
                    <a:pt x="5239" y="0"/>
                  </a:moveTo>
                  <a:cubicBezTo>
                    <a:pt x="4787" y="0"/>
                    <a:pt x="4317" y="56"/>
                    <a:pt x="3830" y="175"/>
                  </a:cubicBezTo>
                  <a:cubicBezTo>
                    <a:pt x="2706" y="449"/>
                    <a:pt x="1703" y="1057"/>
                    <a:pt x="1095" y="2060"/>
                  </a:cubicBezTo>
                  <a:cubicBezTo>
                    <a:pt x="0" y="3853"/>
                    <a:pt x="487" y="6224"/>
                    <a:pt x="1459" y="8139"/>
                  </a:cubicBezTo>
                  <a:cubicBezTo>
                    <a:pt x="3131" y="11482"/>
                    <a:pt x="6444" y="14644"/>
                    <a:pt x="9362" y="16984"/>
                  </a:cubicBezTo>
                  <a:cubicBezTo>
                    <a:pt x="9423" y="17045"/>
                    <a:pt x="9483" y="17075"/>
                    <a:pt x="9544" y="17105"/>
                  </a:cubicBezTo>
                  <a:lnTo>
                    <a:pt x="9544" y="17105"/>
                  </a:lnTo>
                  <a:cubicBezTo>
                    <a:pt x="9550" y="17094"/>
                    <a:pt x="10336" y="16832"/>
                    <a:pt x="10365" y="16832"/>
                  </a:cubicBezTo>
                  <a:cubicBezTo>
                    <a:pt x="10791" y="16771"/>
                    <a:pt x="11216" y="16710"/>
                    <a:pt x="11642" y="16680"/>
                  </a:cubicBezTo>
                  <a:cubicBezTo>
                    <a:pt x="11824" y="16680"/>
                    <a:pt x="12037" y="16680"/>
                    <a:pt x="12159" y="16771"/>
                  </a:cubicBezTo>
                  <a:cubicBezTo>
                    <a:pt x="12767" y="17197"/>
                    <a:pt x="11551" y="17592"/>
                    <a:pt x="11277" y="17683"/>
                  </a:cubicBezTo>
                  <a:cubicBezTo>
                    <a:pt x="11199" y="17709"/>
                    <a:pt x="10807" y="17847"/>
                    <a:pt x="10640" y="17847"/>
                  </a:cubicBezTo>
                  <a:cubicBezTo>
                    <a:pt x="10614" y="17847"/>
                    <a:pt x="10594" y="17844"/>
                    <a:pt x="10581" y="17837"/>
                  </a:cubicBezTo>
                  <a:lnTo>
                    <a:pt x="10581" y="17837"/>
                  </a:lnTo>
                  <a:cubicBezTo>
                    <a:pt x="11431" y="18353"/>
                    <a:pt x="12281" y="18839"/>
                    <a:pt x="13101" y="19385"/>
                  </a:cubicBezTo>
                  <a:cubicBezTo>
                    <a:pt x="13496" y="19689"/>
                    <a:pt x="13952" y="19963"/>
                    <a:pt x="14438" y="20115"/>
                  </a:cubicBezTo>
                  <a:cubicBezTo>
                    <a:pt x="14604" y="20156"/>
                    <a:pt x="14781" y="20180"/>
                    <a:pt x="14958" y="20180"/>
                  </a:cubicBezTo>
                  <a:cubicBezTo>
                    <a:pt x="15298" y="20180"/>
                    <a:pt x="15637" y="20092"/>
                    <a:pt x="15897" y="19872"/>
                  </a:cubicBezTo>
                  <a:cubicBezTo>
                    <a:pt x="16748" y="19112"/>
                    <a:pt x="15472" y="18443"/>
                    <a:pt x="16779" y="18048"/>
                  </a:cubicBezTo>
                  <a:cubicBezTo>
                    <a:pt x="17387" y="17896"/>
                    <a:pt x="17782" y="17258"/>
                    <a:pt x="17843" y="16619"/>
                  </a:cubicBezTo>
                  <a:cubicBezTo>
                    <a:pt x="17934" y="16011"/>
                    <a:pt x="17751" y="15373"/>
                    <a:pt x="17539" y="14765"/>
                  </a:cubicBezTo>
                  <a:cubicBezTo>
                    <a:pt x="16201" y="10905"/>
                    <a:pt x="13830" y="7470"/>
                    <a:pt x="11460" y="4096"/>
                  </a:cubicBezTo>
                  <a:cubicBezTo>
                    <a:pt x="9953" y="1915"/>
                    <a:pt x="7893" y="0"/>
                    <a:pt x="523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7"/>
            <p:cNvSpPr/>
            <p:nvPr/>
          </p:nvSpPr>
          <p:spPr>
            <a:xfrm flipH="1">
              <a:off x="6795049" y="1817172"/>
              <a:ext cx="639516" cy="653070"/>
            </a:xfrm>
            <a:custGeom>
              <a:avLst/>
              <a:gdLst/>
              <a:ahLst/>
              <a:cxnLst/>
              <a:rect l="l" t="t" r="r" b="b"/>
              <a:pathLst>
                <a:path w="20336" h="20767" extrusionOk="0">
                  <a:moveTo>
                    <a:pt x="16779" y="6714"/>
                  </a:moveTo>
                  <a:cubicBezTo>
                    <a:pt x="17022" y="6714"/>
                    <a:pt x="17296" y="6775"/>
                    <a:pt x="17417" y="6988"/>
                  </a:cubicBezTo>
                  <a:cubicBezTo>
                    <a:pt x="17569" y="7292"/>
                    <a:pt x="17235" y="7596"/>
                    <a:pt x="16931" y="7778"/>
                  </a:cubicBezTo>
                  <a:cubicBezTo>
                    <a:pt x="16901" y="7808"/>
                    <a:pt x="16901" y="7808"/>
                    <a:pt x="16870" y="7839"/>
                  </a:cubicBezTo>
                  <a:cubicBezTo>
                    <a:pt x="15958" y="8325"/>
                    <a:pt x="14986" y="8903"/>
                    <a:pt x="13952" y="9024"/>
                  </a:cubicBezTo>
                  <a:cubicBezTo>
                    <a:pt x="13853" y="9033"/>
                    <a:pt x="13699" y="9045"/>
                    <a:pt x="13529" y="9045"/>
                  </a:cubicBezTo>
                  <a:cubicBezTo>
                    <a:pt x="13127" y="9045"/>
                    <a:pt x="12630" y="8980"/>
                    <a:pt x="12524" y="8660"/>
                  </a:cubicBezTo>
                  <a:cubicBezTo>
                    <a:pt x="12341" y="8112"/>
                    <a:pt x="13253" y="7596"/>
                    <a:pt x="13618" y="7413"/>
                  </a:cubicBezTo>
                  <a:cubicBezTo>
                    <a:pt x="14591" y="6957"/>
                    <a:pt x="15685" y="6714"/>
                    <a:pt x="16779" y="6714"/>
                  </a:cubicBezTo>
                  <a:close/>
                  <a:moveTo>
                    <a:pt x="10927" y="5510"/>
                  </a:moveTo>
                  <a:cubicBezTo>
                    <a:pt x="10986" y="5510"/>
                    <a:pt x="11043" y="5524"/>
                    <a:pt x="11095" y="5559"/>
                  </a:cubicBezTo>
                  <a:cubicBezTo>
                    <a:pt x="11430" y="5802"/>
                    <a:pt x="11521" y="6198"/>
                    <a:pt x="11490" y="6653"/>
                  </a:cubicBezTo>
                  <a:cubicBezTo>
                    <a:pt x="11430" y="7565"/>
                    <a:pt x="10852" y="8720"/>
                    <a:pt x="10518" y="9146"/>
                  </a:cubicBezTo>
                  <a:cubicBezTo>
                    <a:pt x="10453" y="9253"/>
                    <a:pt x="10328" y="9361"/>
                    <a:pt x="10217" y="9361"/>
                  </a:cubicBezTo>
                  <a:cubicBezTo>
                    <a:pt x="10171" y="9361"/>
                    <a:pt x="10128" y="9342"/>
                    <a:pt x="10092" y="9298"/>
                  </a:cubicBezTo>
                  <a:cubicBezTo>
                    <a:pt x="10062" y="9267"/>
                    <a:pt x="10062" y="9207"/>
                    <a:pt x="10062" y="9146"/>
                  </a:cubicBezTo>
                  <a:cubicBezTo>
                    <a:pt x="10031" y="8872"/>
                    <a:pt x="10031" y="8416"/>
                    <a:pt x="10062" y="8295"/>
                  </a:cubicBezTo>
                  <a:cubicBezTo>
                    <a:pt x="10001" y="7444"/>
                    <a:pt x="9849" y="6380"/>
                    <a:pt x="10518" y="5711"/>
                  </a:cubicBezTo>
                  <a:cubicBezTo>
                    <a:pt x="10626" y="5603"/>
                    <a:pt x="10781" y="5510"/>
                    <a:pt x="10927" y="5510"/>
                  </a:cubicBezTo>
                  <a:close/>
                  <a:moveTo>
                    <a:pt x="9732" y="14091"/>
                  </a:moveTo>
                  <a:cubicBezTo>
                    <a:pt x="10332" y="14091"/>
                    <a:pt x="10997" y="14179"/>
                    <a:pt x="11034" y="14496"/>
                  </a:cubicBezTo>
                  <a:cubicBezTo>
                    <a:pt x="11065" y="14799"/>
                    <a:pt x="10761" y="15012"/>
                    <a:pt x="10305" y="15164"/>
                  </a:cubicBezTo>
                  <a:cubicBezTo>
                    <a:pt x="9515" y="15438"/>
                    <a:pt x="8329" y="15468"/>
                    <a:pt x="8056" y="15529"/>
                  </a:cubicBezTo>
                  <a:cubicBezTo>
                    <a:pt x="7630" y="15590"/>
                    <a:pt x="7204" y="15651"/>
                    <a:pt x="6809" y="15711"/>
                  </a:cubicBezTo>
                  <a:cubicBezTo>
                    <a:pt x="6718" y="15559"/>
                    <a:pt x="6870" y="15377"/>
                    <a:pt x="6992" y="15225"/>
                  </a:cubicBezTo>
                  <a:cubicBezTo>
                    <a:pt x="7539" y="14769"/>
                    <a:pt x="8147" y="14374"/>
                    <a:pt x="8846" y="14161"/>
                  </a:cubicBezTo>
                  <a:cubicBezTo>
                    <a:pt x="8999" y="14126"/>
                    <a:pt x="9353" y="14091"/>
                    <a:pt x="9732" y="14091"/>
                  </a:cubicBezTo>
                  <a:close/>
                  <a:moveTo>
                    <a:pt x="18891" y="0"/>
                  </a:moveTo>
                  <a:cubicBezTo>
                    <a:pt x="18590" y="0"/>
                    <a:pt x="18276" y="71"/>
                    <a:pt x="17995" y="149"/>
                  </a:cubicBezTo>
                  <a:cubicBezTo>
                    <a:pt x="16931" y="453"/>
                    <a:pt x="15898" y="818"/>
                    <a:pt x="14895" y="1273"/>
                  </a:cubicBezTo>
                  <a:cubicBezTo>
                    <a:pt x="14864" y="1273"/>
                    <a:pt x="15168" y="3918"/>
                    <a:pt x="15047" y="4252"/>
                  </a:cubicBezTo>
                  <a:cubicBezTo>
                    <a:pt x="14940" y="4549"/>
                    <a:pt x="14493" y="4921"/>
                    <a:pt x="14109" y="4921"/>
                  </a:cubicBezTo>
                  <a:cubicBezTo>
                    <a:pt x="13943" y="4921"/>
                    <a:pt x="13789" y="4852"/>
                    <a:pt x="13679" y="4678"/>
                  </a:cubicBezTo>
                  <a:cubicBezTo>
                    <a:pt x="13588" y="4526"/>
                    <a:pt x="13588" y="4343"/>
                    <a:pt x="13588" y="4161"/>
                  </a:cubicBezTo>
                  <a:cubicBezTo>
                    <a:pt x="13618" y="3462"/>
                    <a:pt x="13679" y="2732"/>
                    <a:pt x="13648" y="2003"/>
                  </a:cubicBezTo>
                  <a:lnTo>
                    <a:pt x="13648" y="2003"/>
                  </a:lnTo>
                  <a:cubicBezTo>
                    <a:pt x="10852" y="3219"/>
                    <a:pt x="8420" y="5134"/>
                    <a:pt x="6353" y="7413"/>
                  </a:cubicBezTo>
                  <a:cubicBezTo>
                    <a:pt x="5867" y="7991"/>
                    <a:pt x="4773" y="8903"/>
                    <a:pt x="4803" y="9693"/>
                  </a:cubicBezTo>
                  <a:cubicBezTo>
                    <a:pt x="4803" y="10149"/>
                    <a:pt x="5168" y="10726"/>
                    <a:pt x="5229" y="11213"/>
                  </a:cubicBezTo>
                  <a:cubicBezTo>
                    <a:pt x="5290" y="11760"/>
                    <a:pt x="5290" y="12337"/>
                    <a:pt x="5198" y="12885"/>
                  </a:cubicBezTo>
                  <a:cubicBezTo>
                    <a:pt x="5198" y="13006"/>
                    <a:pt x="5138" y="13158"/>
                    <a:pt x="5016" y="13189"/>
                  </a:cubicBezTo>
                  <a:cubicBezTo>
                    <a:pt x="4997" y="13195"/>
                    <a:pt x="4978" y="13198"/>
                    <a:pt x="4959" y="13198"/>
                  </a:cubicBezTo>
                  <a:cubicBezTo>
                    <a:pt x="4803" y="13198"/>
                    <a:pt x="4678" y="12984"/>
                    <a:pt x="4651" y="12793"/>
                  </a:cubicBezTo>
                  <a:cubicBezTo>
                    <a:pt x="4499" y="11973"/>
                    <a:pt x="4469" y="11152"/>
                    <a:pt x="4378" y="10301"/>
                  </a:cubicBezTo>
                  <a:cubicBezTo>
                    <a:pt x="2584" y="12094"/>
                    <a:pt x="1642" y="15012"/>
                    <a:pt x="1065" y="17413"/>
                  </a:cubicBezTo>
                  <a:cubicBezTo>
                    <a:pt x="943" y="17991"/>
                    <a:pt x="1" y="20392"/>
                    <a:pt x="578" y="20757"/>
                  </a:cubicBezTo>
                  <a:cubicBezTo>
                    <a:pt x="589" y="20764"/>
                    <a:pt x="607" y="20767"/>
                    <a:pt x="631" y="20767"/>
                  </a:cubicBezTo>
                  <a:cubicBezTo>
                    <a:pt x="1156" y="20767"/>
                    <a:pt x="4710" y="19260"/>
                    <a:pt x="5320" y="19085"/>
                  </a:cubicBezTo>
                  <a:cubicBezTo>
                    <a:pt x="8572" y="18295"/>
                    <a:pt x="11733" y="16532"/>
                    <a:pt x="13983" y="13766"/>
                  </a:cubicBezTo>
                  <a:cubicBezTo>
                    <a:pt x="15351" y="12094"/>
                    <a:pt x="16658" y="10301"/>
                    <a:pt x="17721" y="8386"/>
                  </a:cubicBezTo>
                  <a:cubicBezTo>
                    <a:pt x="18572" y="6836"/>
                    <a:pt x="20031" y="4313"/>
                    <a:pt x="19880" y="2520"/>
                  </a:cubicBezTo>
                  <a:cubicBezTo>
                    <a:pt x="19606" y="2520"/>
                    <a:pt x="19302" y="2611"/>
                    <a:pt x="18998" y="2732"/>
                  </a:cubicBezTo>
                  <a:cubicBezTo>
                    <a:pt x="18694" y="2854"/>
                    <a:pt x="18390" y="2976"/>
                    <a:pt x="18025" y="2976"/>
                  </a:cubicBezTo>
                  <a:cubicBezTo>
                    <a:pt x="17995" y="2976"/>
                    <a:pt x="17934" y="2976"/>
                    <a:pt x="17904" y="2945"/>
                  </a:cubicBezTo>
                  <a:cubicBezTo>
                    <a:pt x="17843" y="2915"/>
                    <a:pt x="17843" y="2854"/>
                    <a:pt x="17843" y="2824"/>
                  </a:cubicBezTo>
                  <a:cubicBezTo>
                    <a:pt x="17813" y="2398"/>
                    <a:pt x="18177" y="2033"/>
                    <a:pt x="18572" y="1881"/>
                  </a:cubicBezTo>
                  <a:cubicBezTo>
                    <a:pt x="18876" y="1729"/>
                    <a:pt x="19849" y="1760"/>
                    <a:pt x="20062" y="1547"/>
                  </a:cubicBezTo>
                  <a:cubicBezTo>
                    <a:pt x="20335" y="1243"/>
                    <a:pt x="19940" y="453"/>
                    <a:pt x="19667" y="240"/>
                  </a:cubicBezTo>
                  <a:cubicBezTo>
                    <a:pt x="19445" y="63"/>
                    <a:pt x="19174" y="0"/>
                    <a:pt x="1889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7"/>
            <p:cNvSpPr/>
            <p:nvPr/>
          </p:nvSpPr>
          <p:spPr>
            <a:xfrm flipH="1">
              <a:off x="7093297" y="2145853"/>
              <a:ext cx="366112" cy="535331"/>
            </a:xfrm>
            <a:custGeom>
              <a:avLst/>
              <a:gdLst/>
              <a:ahLst/>
              <a:cxnLst/>
              <a:rect l="l" t="t" r="r" b="b"/>
              <a:pathLst>
                <a:path w="11642" h="17023" fill="none" extrusionOk="0">
                  <a:moveTo>
                    <a:pt x="11642" y="1"/>
                  </a:moveTo>
                  <a:cubicBezTo>
                    <a:pt x="9423" y="1946"/>
                    <a:pt x="7235" y="3892"/>
                    <a:pt x="5046" y="5837"/>
                  </a:cubicBezTo>
                  <a:cubicBezTo>
                    <a:pt x="3861" y="6870"/>
                    <a:pt x="2675" y="7934"/>
                    <a:pt x="1855" y="9302"/>
                  </a:cubicBezTo>
                  <a:cubicBezTo>
                    <a:pt x="517" y="11551"/>
                    <a:pt x="244" y="14348"/>
                    <a:pt x="0" y="17022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7"/>
            <p:cNvSpPr/>
            <p:nvPr/>
          </p:nvSpPr>
          <p:spPr>
            <a:xfrm flipH="1">
              <a:off x="7489970" y="2073211"/>
              <a:ext cx="193119" cy="754205"/>
            </a:xfrm>
            <a:custGeom>
              <a:avLst/>
              <a:gdLst/>
              <a:ahLst/>
              <a:cxnLst/>
              <a:rect l="l" t="t" r="r" b="b"/>
              <a:pathLst>
                <a:path w="6141" h="23983" fill="none" extrusionOk="0">
                  <a:moveTo>
                    <a:pt x="1" y="1"/>
                  </a:moveTo>
                  <a:cubicBezTo>
                    <a:pt x="2828" y="4408"/>
                    <a:pt x="5563" y="9241"/>
                    <a:pt x="5928" y="14652"/>
                  </a:cubicBezTo>
                  <a:cubicBezTo>
                    <a:pt x="6141" y="17752"/>
                    <a:pt x="5533" y="20943"/>
                    <a:pt x="6110" y="2398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7"/>
            <p:cNvSpPr/>
            <p:nvPr/>
          </p:nvSpPr>
          <p:spPr>
            <a:xfrm flipH="1">
              <a:off x="7207985" y="1467233"/>
              <a:ext cx="270543" cy="1289473"/>
            </a:xfrm>
            <a:custGeom>
              <a:avLst/>
              <a:gdLst/>
              <a:ahLst/>
              <a:cxnLst/>
              <a:rect l="l" t="t" r="r" b="b"/>
              <a:pathLst>
                <a:path w="8603" h="41004" fill="none" extrusionOk="0">
                  <a:moveTo>
                    <a:pt x="8602" y="0"/>
                  </a:moveTo>
                  <a:cubicBezTo>
                    <a:pt x="6536" y="4620"/>
                    <a:pt x="1399" y="17660"/>
                    <a:pt x="639" y="22766"/>
                  </a:cubicBezTo>
                  <a:cubicBezTo>
                    <a:pt x="213" y="25441"/>
                    <a:pt x="183" y="28177"/>
                    <a:pt x="122" y="30882"/>
                  </a:cubicBezTo>
                  <a:lnTo>
                    <a:pt x="1" y="410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7"/>
            <p:cNvSpPr/>
            <p:nvPr/>
          </p:nvSpPr>
          <p:spPr>
            <a:xfrm flipH="1">
              <a:off x="7227099" y="2628560"/>
              <a:ext cx="484669" cy="403409"/>
            </a:xfrm>
            <a:custGeom>
              <a:avLst/>
              <a:gdLst/>
              <a:ahLst/>
              <a:cxnLst/>
              <a:rect l="l" t="t" r="r" b="b"/>
              <a:pathLst>
                <a:path w="15412" h="12828" extrusionOk="0">
                  <a:moveTo>
                    <a:pt x="1" y="1"/>
                  </a:moveTo>
                  <a:cubicBezTo>
                    <a:pt x="1" y="1"/>
                    <a:pt x="1065" y="12797"/>
                    <a:pt x="1065" y="12828"/>
                  </a:cubicBezTo>
                  <a:cubicBezTo>
                    <a:pt x="1065" y="12828"/>
                    <a:pt x="14500" y="12676"/>
                    <a:pt x="14530" y="12615"/>
                  </a:cubicBezTo>
                  <a:lnTo>
                    <a:pt x="1541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" name="Google Shape;555;p47"/>
          <p:cNvGrpSpPr/>
          <p:nvPr/>
        </p:nvGrpSpPr>
        <p:grpSpPr>
          <a:xfrm flipH="1">
            <a:off x="1364603" y="1794118"/>
            <a:ext cx="2968415" cy="2695046"/>
            <a:chOff x="1128225" y="1759150"/>
            <a:chExt cx="2904371" cy="2636900"/>
          </a:xfrm>
        </p:grpSpPr>
        <p:sp>
          <p:nvSpPr>
            <p:cNvPr id="556" name="Google Shape;556;p47"/>
            <p:cNvSpPr/>
            <p:nvPr/>
          </p:nvSpPr>
          <p:spPr>
            <a:xfrm>
              <a:off x="3114412" y="3086378"/>
              <a:ext cx="32" cy="1050086"/>
            </a:xfrm>
            <a:custGeom>
              <a:avLst/>
              <a:gdLst/>
              <a:ahLst/>
              <a:cxnLst/>
              <a:rect l="l" t="t" r="r" b="b"/>
              <a:pathLst>
                <a:path w="1" h="32657" fill="none" extrusionOk="0">
                  <a:moveTo>
                    <a:pt x="1" y="0"/>
                  </a:moveTo>
                  <a:lnTo>
                    <a:pt x="1" y="3265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7"/>
            <p:cNvSpPr/>
            <p:nvPr/>
          </p:nvSpPr>
          <p:spPr>
            <a:xfrm>
              <a:off x="2856978" y="4120353"/>
              <a:ext cx="548146" cy="201676"/>
            </a:xfrm>
            <a:custGeom>
              <a:avLst/>
              <a:gdLst/>
              <a:ahLst/>
              <a:cxnLst/>
              <a:rect l="l" t="t" r="r" b="b"/>
              <a:pathLst>
                <a:path w="17047" h="6272" fill="none" extrusionOk="0">
                  <a:moveTo>
                    <a:pt x="1" y="6272"/>
                  </a:moveTo>
                  <a:lnTo>
                    <a:pt x="8007" y="0"/>
                  </a:lnTo>
                  <a:lnTo>
                    <a:pt x="17046" y="6272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7"/>
            <p:cNvSpPr/>
            <p:nvPr/>
          </p:nvSpPr>
          <p:spPr>
            <a:xfrm>
              <a:off x="2480507" y="4116077"/>
              <a:ext cx="1252823" cy="174859"/>
            </a:xfrm>
            <a:custGeom>
              <a:avLst/>
              <a:gdLst/>
              <a:ahLst/>
              <a:cxnLst/>
              <a:rect l="l" t="t" r="r" b="b"/>
              <a:pathLst>
                <a:path w="38962" h="5438" fill="none" extrusionOk="0">
                  <a:moveTo>
                    <a:pt x="0" y="5437"/>
                  </a:moveTo>
                  <a:lnTo>
                    <a:pt x="19815" y="0"/>
                  </a:lnTo>
                  <a:lnTo>
                    <a:pt x="38962" y="543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7"/>
            <p:cNvSpPr/>
            <p:nvPr/>
          </p:nvSpPr>
          <p:spPr>
            <a:xfrm>
              <a:off x="2430088" y="4230838"/>
              <a:ext cx="127688" cy="127655"/>
            </a:xfrm>
            <a:custGeom>
              <a:avLst/>
              <a:gdLst/>
              <a:ahLst/>
              <a:cxnLst/>
              <a:rect l="l" t="t" r="r" b="b"/>
              <a:pathLst>
                <a:path w="3971" h="3970" extrusionOk="0">
                  <a:moveTo>
                    <a:pt x="1969" y="0"/>
                  </a:moveTo>
                  <a:cubicBezTo>
                    <a:pt x="901" y="0"/>
                    <a:pt x="1" y="901"/>
                    <a:pt x="1" y="1968"/>
                  </a:cubicBezTo>
                  <a:cubicBezTo>
                    <a:pt x="1" y="3069"/>
                    <a:pt x="901" y="3970"/>
                    <a:pt x="1969" y="3970"/>
                  </a:cubicBezTo>
                  <a:cubicBezTo>
                    <a:pt x="3070" y="3970"/>
                    <a:pt x="3970" y="3069"/>
                    <a:pt x="3970" y="1968"/>
                  </a:cubicBezTo>
                  <a:cubicBezTo>
                    <a:pt x="3970" y="901"/>
                    <a:pt x="3070" y="0"/>
                    <a:pt x="196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7"/>
            <p:cNvSpPr/>
            <p:nvPr/>
          </p:nvSpPr>
          <p:spPr>
            <a:xfrm>
              <a:off x="3613169" y="4230838"/>
              <a:ext cx="126594" cy="127655"/>
            </a:xfrm>
            <a:custGeom>
              <a:avLst/>
              <a:gdLst/>
              <a:ahLst/>
              <a:cxnLst/>
              <a:rect l="l" t="t" r="r" b="b"/>
              <a:pathLst>
                <a:path w="3937" h="3970" extrusionOk="0">
                  <a:moveTo>
                    <a:pt x="1969" y="0"/>
                  </a:moveTo>
                  <a:cubicBezTo>
                    <a:pt x="868" y="0"/>
                    <a:pt x="1" y="901"/>
                    <a:pt x="1" y="1968"/>
                  </a:cubicBezTo>
                  <a:cubicBezTo>
                    <a:pt x="1" y="3069"/>
                    <a:pt x="868" y="3970"/>
                    <a:pt x="1969" y="3970"/>
                  </a:cubicBezTo>
                  <a:cubicBezTo>
                    <a:pt x="3069" y="3970"/>
                    <a:pt x="3937" y="3069"/>
                    <a:pt x="3937" y="1968"/>
                  </a:cubicBezTo>
                  <a:cubicBezTo>
                    <a:pt x="3937" y="901"/>
                    <a:pt x="3069" y="0"/>
                    <a:pt x="196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7"/>
            <p:cNvSpPr/>
            <p:nvPr/>
          </p:nvSpPr>
          <p:spPr>
            <a:xfrm>
              <a:off x="3313902" y="4254440"/>
              <a:ext cx="127688" cy="127655"/>
            </a:xfrm>
            <a:custGeom>
              <a:avLst/>
              <a:gdLst/>
              <a:ahLst/>
              <a:cxnLst/>
              <a:rect l="l" t="t" r="r" b="b"/>
              <a:pathLst>
                <a:path w="3971" h="3970" extrusionOk="0">
                  <a:moveTo>
                    <a:pt x="1969" y="0"/>
                  </a:moveTo>
                  <a:cubicBezTo>
                    <a:pt x="902" y="0"/>
                    <a:pt x="1" y="901"/>
                    <a:pt x="1" y="2002"/>
                  </a:cubicBezTo>
                  <a:cubicBezTo>
                    <a:pt x="1" y="3069"/>
                    <a:pt x="902" y="3970"/>
                    <a:pt x="1969" y="3970"/>
                  </a:cubicBezTo>
                  <a:cubicBezTo>
                    <a:pt x="3070" y="3970"/>
                    <a:pt x="3970" y="3069"/>
                    <a:pt x="3970" y="2002"/>
                  </a:cubicBezTo>
                  <a:cubicBezTo>
                    <a:pt x="3970" y="901"/>
                    <a:pt x="3070" y="0"/>
                    <a:pt x="196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7"/>
            <p:cNvSpPr/>
            <p:nvPr/>
          </p:nvSpPr>
          <p:spPr>
            <a:xfrm>
              <a:off x="2782989" y="4269456"/>
              <a:ext cx="126594" cy="126594"/>
            </a:xfrm>
            <a:custGeom>
              <a:avLst/>
              <a:gdLst/>
              <a:ahLst/>
              <a:cxnLst/>
              <a:rect l="l" t="t" r="r" b="b"/>
              <a:pathLst>
                <a:path w="3937" h="3937" extrusionOk="0">
                  <a:moveTo>
                    <a:pt x="1968" y="0"/>
                  </a:moveTo>
                  <a:cubicBezTo>
                    <a:pt x="867" y="0"/>
                    <a:pt x="0" y="867"/>
                    <a:pt x="0" y="1968"/>
                  </a:cubicBezTo>
                  <a:cubicBezTo>
                    <a:pt x="0" y="3069"/>
                    <a:pt x="867" y="3936"/>
                    <a:pt x="1968" y="3936"/>
                  </a:cubicBezTo>
                  <a:cubicBezTo>
                    <a:pt x="3069" y="3936"/>
                    <a:pt x="3936" y="3069"/>
                    <a:pt x="3936" y="1968"/>
                  </a:cubicBezTo>
                  <a:cubicBezTo>
                    <a:pt x="3936" y="867"/>
                    <a:pt x="3069" y="0"/>
                    <a:pt x="196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7"/>
            <p:cNvSpPr/>
            <p:nvPr/>
          </p:nvSpPr>
          <p:spPr>
            <a:xfrm>
              <a:off x="2277769" y="2019187"/>
              <a:ext cx="1754827" cy="1463053"/>
            </a:xfrm>
            <a:custGeom>
              <a:avLst/>
              <a:gdLst/>
              <a:ahLst/>
              <a:cxnLst/>
              <a:rect l="l" t="t" r="r" b="b"/>
              <a:pathLst>
                <a:path w="54574" h="45500" extrusionOk="0">
                  <a:moveTo>
                    <a:pt x="42474" y="1"/>
                  </a:moveTo>
                  <a:cubicBezTo>
                    <a:pt x="40300" y="1"/>
                    <a:pt x="38833" y="1241"/>
                    <a:pt x="37194" y="3434"/>
                  </a:cubicBezTo>
                  <a:cubicBezTo>
                    <a:pt x="32891" y="9172"/>
                    <a:pt x="28688" y="14776"/>
                    <a:pt x="21783" y="17511"/>
                  </a:cubicBezTo>
                  <a:cubicBezTo>
                    <a:pt x="17947" y="19046"/>
                    <a:pt x="13411" y="18278"/>
                    <a:pt x="9741" y="20180"/>
                  </a:cubicBezTo>
                  <a:cubicBezTo>
                    <a:pt x="5705" y="22315"/>
                    <a:pt x="1" y="28452"/>
                    <a:pt x="1102" y="33556"/>
                  </a:cubicBezTo>
                  <a:cubicBezTo>
                    <a:pt x="1335" y="34490"/>
                    <a:pt x="1736" y="35391"/>
                    <a:pt x="2269" y="36258"/>
                  </a:cubicBezTo>
                  <a:cubicBezTo>
                    <a:pt x="4437" y="39660"/>
                    <a:pt x="8841" y="42362"/>
                    <a:pt x="12110" y="43530"/>
                  </a:cubicBezTo>
                  <a:cubicBezTo>
                    <a:pt x="16646" y="45198"/>
                    <a:pt x="21583" y="45465"/>
                    <a:pt x="26420" y="45498"/>
                  </a:cubicBezTo>
                  <a:cubicBezTo>
                    <a:pt x="26531" y="45499"/>
                    <a:pt x="26642" y="45500"/>
                    <a:pt x="26753" y="45500"/>
                  </a:cubicBezTo>
                  <a:cubicBezTo>
                    <a:pt x="29536" y="45500"/>
                    <a:pt x="32229" y="45095"/>
                    <a:pt x="34859" y="44197"/>
                  </a:cubicBezTo>
                  <a:cubicBezTo>
                    <a:pt x="45066" y="40694"/>
                    <a:pt x="52205" y="30654"/>
                    <a:pt x="53839" y="20013"/>
                  </a:cubicBezTo>
                  <a:cubicBezTo>
                    <a:pt x="54573" y="15343"/>
                    <a:pt x="54306" y="10406"/>
                    <a:pt x="52005" y="6303"/>
                  </a:cubicBezTo>
                  <a:cubicBezTo>
                    <a:pt x="50470" y="3568"/>
                    <a:pt x="47868" y="1333"/>
                    <a:pt x="44833" y="399"/>
                  </a:cubicBezTo>
                  <a:cubicBezTo>
                    <a:pt x="43953" y="130"/>
                    <a:pt x="43177" y="1"/>
                    <a:pt x="4247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7"/>
            <p:cNvSpPr/>
            <p:nvPr/>
          </p:nvSpPr>
          <p:spPr>
            <a:xfrm>
              <a:off x="1128225" y="3341592"/>
              <a:ext cx="471714" cy="253317"/>
            </a:xfrm>
            <a:custGeom>
              <a:avLst/>
              <a:gdLst/>
              <a:ahLst/>
              <a:cxnLst/>
              <a:rect l="l" t="t" r="r" b="b"/>
              <a:pathLst>
                <a:path w="14670" h="7878" extrusionOk="0">
                  <a:moveTo>
                    <a:pt x="8466" y="7005"/>
                  </a:moveTo>
                  <a:cubicBezTo>
                    <a:pt x="8466" y="7006"/>
                    <a:pt x="8465" y="7006"/>
                    <a:pt x="8465" y="7007"/>
                  </a:cubicBezTo>
                  <a:cubicBezTo>
                    <a:pt x="8465" y="7007"/>
                    <a:pt x="8466" y="7006"/>
                    <a:pt x="8466" y="7005"/>
                  </a:cubicBezTo>
                  <a:close/>
                  <a:moveTo>
                    <a:pt x="1408" y="0"/>
                  </a:moveTo>
                  <a:cubicBezTo>
                    <a:pt x="25" y="0"/>
                    <a:pt x="0" y="1415"/>
                    <a:pt x="1160" y="2604"/>
                  </a:cubicBezTo>
                  <a:cubicBezTo>
                    <a:pt x="1927" y="3371"/>
                    <a:pt x="3194" y="4005"/>
                    <a:pt x="3795" y="4272"/>
                  </a:cubicBezTo>
                  <a:cubicBezTo>
                    <a:pt x="5527" y="5042"/>
                    <a:pt x="7413" y="5441"/>
                    <a:pt x="9305" y="5441"/>
                  </a:cubicBezTo>
                  <a:cubicBezTo>
                    <a:pt x="9381" y="5441"/>
                    <a:pt x="9456" y="5441"/>
                    <a:pt x="9532" y="5439"/>
                  </a:cubicBezTo>
                  <a:lnTo>
                    <a:pt x="9532" y="5439"/>
                  </a:lnTo>
                  <a:cubicBezTo>
                    <a:pt x="9232" y="6006"/>
                    <a:pt x="8866" y="6506"/>
                    <a:pt x="8466" y="7005"/>
                  </a:cubicBezTo>
                  <a:lnTo>
                    <a:pt x="8466" y="7005"/>
                  </a:lnTo>
                  <a:cubicBezTo>
                    <a:pt x="8467" y="7004"/>
                    <a:pt x="8469" y="7004"/>
                    <a:pt x="8471" y="7004"/>
                  </a:cubicBezTo>
                  <a:cubicBezTo>
                    <a:pt x="8565" y="7004"/>
                    <a:pt x="9540" y="7878"/>
                    <a:pt x="9868" y="7878"/>
                  </a:cubicBezTo>
                  <a:cubicBezTo>
                    <a:pt x="9879" y="7878"/>
                    <a:pt x="9889" y="7877"/>
                    <a:pt x="9899" y="7874"/>
                  </a:cubicBezTo>
                  <a:cubicBezTo>
                    <a:pt x="10166" y="7808"/>
                    <a:pt x="10333" y="7608"/>
                    <a:pt x="10533" y="7441"/>
                  </a:cubicBezTo>
                  <a:lnTo>
                    <a:pt x="14669" y="3371"/>
                  </a:lnTo>
                  <a:cubicBezTo>
                    <a:pt x="14593" y="3333"/>
                    <a:pt x="14508" y="3318"/>
                    <a:pt x="14418" y="3318"/>
                  </a:cubicBezTo>
                  <a:cubicBezTo>
                    <a:pt x="14067" y="3318"/>
                    <a:pt x="13628" y="3545"/>
                    <a:pt x="13246" y="3545"/>
                  </a:cubicBezTo>
                  <a:cubicBezTo>
                    <a:pt x="13208" y="3545"/>
                    <a:pt x="13171" y="3543"/>
                    <a:pt x="13135" y="3538"/>
                  </a:cubicBezTo>
                  <a:cubicBezTo>
                    <a:pt x="12568" y="3471"/>
                    <a:pt x="12001" y="3238"/>
                    <a:pt x="11467" y="3004"/>
                  </a:cubicBezTo>
                  <a:cubicBezTo>
                    <a:pt x="10500" y="2604"/>
                    <a:pt x="9532" y="1937"/>
                    <a:pt x="8498" y="1703"/>
                  </a:cubicBezTo>
                  <a:cubicBezTo>
                    <a:pt x="6363" y="1170"/>
                    <a:pt x="4262" y="636"/>
                    <a:pt x="2127" y="102"/>
                  </a:cubicBezTo>
                  <a:cubicBezTo>
                    <a:pt x="1856" y="32"/>
                    <a:pt x="1617" y="0"/>
                    <a:pt x="140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7"/>
            <p:cNvSpPr/>
            <p:nvPr/>
          </p:nvSpPr>
          <p:spPr>
            <a:xfrm>
              <a:off x="1514086" y="4135595"/>
              <a:ext cx="424800" cy="208139"/>
            </a:xfrm>
            <a:custGeom>
              <a:avLst/>
              <a:gdLst/>
              <a:ahLst/>
              <a:cxnLst/>
              <a:rect l="l" t="t" r="r" b="b"/>
              <a:pathLst>
                <a:path w="13211" h="6473" extrusionOk="0">
                  <a:moveTo>
                    <a:pt x="11849" y="0"/>
                  </a:moveTo>
                  <a:cubicBezTo>
                    <a:pt x="11406" y="0"/>
                    <a:pt x="10935" y="117"/>
                    <a:pt x="10575" y="227"/>
                  </a:cubicBezTo>
                  <a:cubicBezTo>
                    <a:pt x="8707" y="761"/>
                    <a:pt x="7306" y="1661"/>
                    <a:pt x="5705" y="2695"/>
                  </a:cubicBezTo>
                  <a:cubicBezTo>
                    <a:pt x="4504" y="3496"/>
                    <a:pt x="3036" y="3863"/>
                    <a:pt x="1602" y="4030"/>
                  </a:cubicBezTo>
                  <a:cubicBezTo>
                    <a:pt x="1235" y="4096"/>
                    <a:pt x="868" y="4130"/>
                    <a:pt x="534" y="4297"/>
                  </a:cubicBezTo>
                  <a:cubicBezTo>
                    <a:pt x="268" y="4463"/>
                    <a:pt x="1" y="4797"/>
                    <a:pt x="34" y="5130"/>
                  </a:cubicBezTo>
                  <a:cubicBezTo>
                    <a:pt x="34" y="5164"/>
                    <a:pt x="34" y="5164"/>
                    <a:pt x="34" y="5197"/>
                  </a:cubicBezTo>
                  <a:cubicBezTo>
                    <a:pt x="101" y="5531"/>
                    <a:pt x="401" y="5764"/>
                    <a:pt x="668" y="5898"/>
                  </a:cubicBezTo>
                  <a:cubicBezTo>
                    <a:pt x="1443" y="6317"/>
                    <a:pt x="2482" y="6473"/>
                    <a:pt x="3478" y="6473"/>
                  </a:cubicBezTo>
                  <a:cubicBezTo>
                    <a:pt x="4067" y="6473"/>
                    <a:pt x="4642" y="6418"/>
                    <a:pt x="5138" y="6331"/>
                  </a:cubicBezTo>
                  <a:cubicBezTo>
                    <a:pt x="6005" y="6198"/>
                    <a:pt x="6839" y="5964"/>
                    <a:pt x="7673" y="5631"/>
                  </a:cubicBezTo>
                  <a:cubicBezTo>
                    <a:pt x="8407" y="5364"/>
                    <a:pt x="9241" y="5130"/>
                    <a:pt x="9841" y="4597"/>
                  </a:cubicBezTo>
                  <a:lnTo>
                    <a:pt x="9841" y="4597"/>
                  </a:lnTo>
                  <a:cubicBezTo>
                    <a:pt x="9941" y="5130"/>
                    <a:pt x="9841" y="5798"/>
                    <a:pt x="9808" y="6398"/>
                  </a:cubicBezTo>
                  <a:cubicBezTo>
                    <a:pt x="10408" y="6331"/>
                    <a:pt x="11009" y="6265"/>
                    <a:pt x="11609" y="6265"/>
                  </a:cubicBezTo>
                  <a:cubicBezTo>
                    <a:pt x="11609" y="6231"/>
                    <a:pt x="11642" y="6198"/>
                    <a:pt x="11642" y="6131"/>
                  </a:cubicBezTo>
                  <a:cubicBezTo>
                    <a:pt x="11909" y="5531"/>
                    <a:pt x="12076" y="4830"/>
                    <a:pt x="12243" y="4196"/>
                  </a:cubicBezTo>
                  <a:cubicBezTo>
                    <a:pt x="12476" y="3429"/>
                    <a:pt x="12676" y="2695"/>
                    <a:pt x="12877" y="1928"/>
                  </a:cubicBezTo>
                  <a:cubicBezTo>
                    <a:pt x="12943" y="1628"/>
                    <a:pt x="13210" y="961"/>
                    <a:pt x="13043" y="627"/>
                  </a:cubicBezTo>
                  <a:cubicBezTo>
                    <a:pt x="12813" y="150"/>
                    <a:pt x="12349" y="0"/>
                    <a:pt x="118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7"/>
            <p:cNvSpPr/>
            <p:nvPr/>
          </p:nvSpPr>
          <p:spPr>
            <a:xfrm>
              <a:off x="1287778" y="2413150"/>
              <a:ext cx="1738717" cy="1065006"/>
            </a:xfrm>
            <a:custGeom>
              <a:avLst/>
              <a:gdLst/>
              <a:ahLst/>
              <a:cxnLst/>
              <a:rect l="l" t="t" r="r" b="b"/>
              <a:pathLst>
                <a:path w="54073" h="33121" extrusionOk="0">
                  <a:moveTo>
                    <a:pt x="32512" y="0"/>
                  </a:moveTo>
                  <a:cubicBezTo>
                    <a:pt x="30961" y="0"/>
                    <a:pt x="29463" y="329"/>
                    <a:pt x="28187" y="1156"/>
                  </a:cubicBezTo>
                  <a:cubicBezTo>
                    <a:pt x="25852" y="2691"/>
                    <a:pt x="23917" y="5193"/>
                    <a:pt x="22216" y="7394"/>
                  </a:cubicBezTo>
                  <a:cubicBezTo>
                    <a:pt x="20115" y="10096"/>
                    <a:pt x="18113" y="12898"/>
                    <a:pt x="16279" y="15767"/>
                  </a:cubicBezTo>
                  <a:cubicBezTo>
                    <a:pt x="14110" y="19136"/>
                    <a:pt x="12109" y="22572"/>
                    <a:pt x="9807" y="25841"/>
                  </a:cubicBezTo>
                  <a:cubicBezTo>
                    <a:pt x="8840" y="27175"/>
                    <a:pt x="7873" y="28876"/>
                    <a:pt x="6438" y="29710"/>
                  </a:cubicBezTo>
                  <a:cubicBezTo>
                    <a:pt x="5615" y="30192"/>
                    <a:pt x="4792" y="30355"/>
                    <a:pt x="3952" y="30355"/>
                  </a:cubicBezTo>
                  <a:cubicBezTo>
                    <a:pt x="2988" y="30355"/>
                    <a:pt x="2002" y="30140"/>
                    <a:pt x="968" y="29944"/>
                  </a:cubicBezTo>
                  <a:cubicBezTo>
                    <a:pt x="872" y="29930"/>
                    <a:pt x="766" y="29916"/>
                    <a:pt x="660" y="29916"/>
                  </a:cubicBezTo>
                  <a:cubicBezTo>
                    <a:pt x="506" y="29916"/>
                    <a:pt x="352" y="29945"/>
                    <a:pt x="234" y="30044"/>
                  </a:cubicBezTo>
                  <a:cubicBezTo>
                    <a:pt x="0" y="30277"/>
                    <a:pt x="100" y="30677"/>
                    <a:pt x="267" y="30944"/>
                  </a:cubicBezTo>
                  <a:cubicBezTo>
                    <a:pt x="634" y="31478"/>
                    <a:pt x="1235" y="31845"/>
                    <a:pt x="1802" y="32112"/>
                  </a:cubicBezTo>
                  <a:cubicBezTo>
                    <a:pt x="3218" y="32778"/>
                    <a:pt x="4796" y="33121"/>
                    <a:pt x="6362" y="33121"/>
                  </a:cubicBezTo>
                  <a:cubicBezTo>
                    <a:pt x="6678" y="33121"/>
                    <a:pt x="6992" y="33107"/>
                    <a:pt x="7306" y="33079"/>
                  </a:cubicBezTo>
                  <a:cubicBezTo>
                    <a:pt x="9207" y="32946"/>
                    <a:pt x="10541" y="31478"/>
                    <a:pt x="11942" y="30277"/>
                  </a:cubicBezTo>
                  <a:cubicBezTo>
                    <a:pt x="17446" y="25474"/>
                    <a:pt x="23250" y="21071"/>
                    <a:pt x="29321" y="17034"/>
                  </a:cubicBezTo>
                  <a:cubicBezTo>
                    <a:pt x="29755" y="16734"/>
                    <a:pt x="30189" y="16467"/>
                    <a:pt x="30689" y="16367"/>
                  </a:cubicBezTo>
                  <a:cubicBezTo>
                    <a:pt x="30849" y="16327"/>
                    <a:pt x="31008" y="16310"/>
                    <a:pt x="31168" y="16310"/>
                  </a:cubicBezTo>
                  <a:cubicBezTo>
                    <a:pt x="31675" y="16310"/>
                    <a:pt x="32183" y="16482"/>
                    <a:pt x="32690" y="16634"/>
                  </a:cubicBezTo>
                  <a:cubicBezTo>
                    <a:pt x="35759" y="17668"/>
                    <a:pt x="38928" y="18435"/>
                    <a:pt x="42130" y="19002"/>
                  </a:cubicBezTo>
                  <a:cubicBezTo>
                    <a:pt x="43962" y="19329"/>
                    <a:pt x="45907" y="19628"/>
                    <a:pt x="47826" y="19628"/>
                  </a:cubicBezTo>
                  <a:cubicBezTo>
                    <a:pt x="48844" y="19628"/>
                    <a:pt x="49854" y="19544"/>
                    <a:pt x="50837" y="19336"/>
                  </a:cubicBezTo>
                  <a:cubicBezTo>
                    <a:pt x="51937" y="19102"/>
                    <a:pt x="53372" y="18669"/>
                    <a:pt x="53705" y="17468"/>
                  </a:cubicBezTo>
                  <a:cubicBezTo>
                    <a:pt x="54072" y="16067"/>
                    <a:pt x="53839" y="13865"/>
                    <a:pt x="53305" y="12564"/>
                  </a:cubicBezTo>
                  <a:cubicBezTo>
                    <a:pt x="52538" y="10596"/>
                    <a:pt x="50803" y="9195"/>
                    <a:pt x="49135" y="7928"/>
                  </a:cubicBezTo>
                  <a:cubicBezTo>
                    <a:pt x="46233" y="5793"/>
                    <a:pt x="43164" y="3925"/>
                    <a:pt x="40029" y="2157"/>
                  </a:cubicBezTo>
                  <a:cubicBezTo>
                    <a:pt x="39095" y="1623"/>
                    <a:pt x="37994" y="1123"/>
                    <a:pt x="36860" y="723"/>
                  </a:cubicBezTo>
                  <a:cubicBezTo>
                    <a:pt x="35458" y="287"/>
                    <a:pt x="33962" y="0"/>
                    <a:pt x="3251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7"/>
            <p:cNvSpPr/>
            <p:nvPr/>
          </p:nvSpPr>
          <p:spPr>
            <a:xfrm>
              <a:off x="1651388" y="2804894"/>
              <a:ext cx="1302149" cy="1462442"/>
            </a:xfrm>
            <a:custGeom>
              <a:avLst/>
              <a:gdLst/>
              <a:ahLst/>
              <a:cxnLst/>
              <a:rect l="l" t="t" r="r" b="b"/>
              <a:pathLst>
                <a:path w="40496" h="45481" extrusionOk="0">
                  <a:moveTo>
                    <a:pt x="17988" y="1"/>
                  </a:moveTo>
                  <a:cubicBezTo>
                    <a:pt x="15420" y="1"/>
                    <a:pt x="13133" y="1058"/>
                    <a:pt x="11409" y="3984"/>
                  </a:cubicBezTo>
                  <a:cubicBezTo>
                    <a:pt x="10274" y="5885"/>
                    <a:pt x="9674" y="8054"/>
                    <a:pt x="9174" y="10188"/>
                  </a:cubicBezTo>
                  <a:cubicBezTo>
                    <a:pt x="7206" y="18594"/>
                    <a:pt x="6472" y="27234"/>
                    <a:pt x="4937" y="35707"/>
                  </a:cubicBezTo>
                  <a:cubicBezTo>
                    <a:pt x="4770" y="36741"/>
                    <a:pt x="4570" y="37808"/>
                    <a:pt x="4237" y="38809"/>
                  </a:cubicBezTo>
                  <a:cubicBezTo>
                    <a:pt x="3836" y="40077"/>
                    <a:pt x="3269" y="41277"/>
                    <a:pt x="2335" y="42245"/>
                  </a:cubicBezTo>
                  <a:cubicBezTo>
                    <a:pt x="1768" y="42845"/>
                    <a:pt x="0" y="45480"/>
                    <a:pt x="1935" y="45480"/>
                  </a:cubicBezTo>
                  <a:cubicBezTo>
                    <a:pt x="1965" y="45481"/>
                    <a:pt x="1994" y="45481"/>
                    <a:pt x="2023" y="45481"/>
                  </a:cubicBezTo>
                  <a:cubicBezTo>
                    <a:pt x="5453" y="45481"/>
                    <a:pt x="8320" y="43554"/>
                    <a:pt x="9874" y="40577"/>
                  </a:cubicBezTo>
                  <a:cubicBezTo>
                    <a:pt x="11108" y="38275"/>
                    <a:pt x="12276" y="35907"/>
                    <a:pt x="13377" y="33539"/>
                  </a:cubicBezTo>
                  <a:cubicBezTo>
                    <a:pt x="14144" y="31837"/>
                    <a:pt x="21816" y="11590"/>
                    <a:pt x="21616" y="11523"/>
                  </a:cubicBezTo>
                  <a:lnTo>
                    <a:pt x="21616" y="11523"/>
                  </a:lnTo>
                  <a:cubicBezTo>
                    <a:pt x="24562" y="12465"/>
                    <a:pt x="27638" y="12914"/>
                    <a:pt x="30729" y="12914"/>
                  </a:cubicBezTo>
                  <a:cubicBezTo>
                    <a:pt x="31138" y="12914"/>
                    <a:pt x="31547" y="12906"/>
                    <a:pt x="31957" y="12890"/>
                  </a:cubicBezTo>
                  <a:cubicBezTo>
                    <a:pt x="33558" y="12790"/>
                    <a:pt x="35192" y="12590"/>
                    <a:pt x="36660" y="11890"/>
                  </a:cubicBezTo>
                  <a:cubicBezTo>
                    <a:pt x="37594" y="11456"/>
                    <a:pt x="40363" y="9588"/>
                    <a:pt x="40429" y="8421"/>
                  </a:cubicBezTo>
                  <a:cubicBezTo>
                    <a:pt x="40496" y="7086"/>
                    <a:pt x="36960" y="6386"/>
                    <a:pt x="35893" y="5985"/>
                  </a:cubicBezTo>
                  <a:cubicBezTo>
                    <a:pt x="31890" y="4418"/>
                    <a:pt x="27887" y="2883"/>
                    <a:pt x="23884" y="1349"/>
                  </a:cubicBezTo>
                  <a:cubicBezTo>
                    <a:pt x="21843" y="552"/>
                    <a:pt x="19842" y="1"/>
                    <a:pt x="1798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7"/>
            <p:cNvSpPr/>
            <p:nvPr/>
          </p:nvSpPr>
          <p:spPr>
            <a:xfrm>
              <a:off x="2922414" y="2262375"/>
              <a:ext cx="486987" cy="358239"/>
            </a:xfrm>
            <a:custGeom>
              <a:avLst/>
              <a:gdLst/>
              <a:ahLst/>
              <a:cxnLst/>
              <a:rect l="l" t="t" r="r" b="b"/>
              <a:pathLst>
                <a:path w="15145" h="11141" extrusionOk="0">
                  <a:moveTo>
                    <a:pt x="13484" y="1"/>
                  </a:moveTo>
                  <a:cubicBezTo>
                    <a:pt x="12666" y="1"/>
                    <a:pt x="11854" y="632"/>
                    <a:pt x="11175" y="1175"/>
                  </a:cubicBezTo>
                  <a:cubicBezTo>
                    <a:pt x="11109" y="1242"/>
                    <a:pt x="11075" y="1275"/>
                    <a:pt x="11042" y="1309"/>
                  </a:cubicBezTo>
                  <a:cubicBezTo>
                    <a:pt x="8573" y="3310"/>
                    <a:pt x="5805" y="4945"/>
                    <a:pt x="2869" y="6112"/>
                  </a:cubicBezTo>
                  <a:cubicBezTo>
                    <a:pt x="2236" y="6379"/>
                    <a:pt x="1568" y="6613"/>
                    <a:pt x="1001" y="7013"/>
                  </a:cubicBezTo>
                  <a:cubicBezTo>
                    <a:pt x="468" y="7446"/>
                    <a:pt x="1" y="8080"/>
                    <a:pt x="1" y="8781"/>
                  </a:cubicBezTo>
                  <a:cubicBezTo>
                    <a:pt x="1" y="10048"/>
                    <a:pt x="1402" y="10882"/>
                    <a:pt x="2669" y="11082"/>
                  </a:cubicBezTo>
                  <a:cubicBezTo>
                    <a:pt x="2938" y="11122"/>
                    <a:pt x="3207" y="11140"/>
                    <a:pt x="3476" y="11140"/>
                  </a:cubicBezTo>
                  <a:cubicBezTo>
                    <a:pt x="5702" y="11140"/>
                    <a:pt x="7881" y="9857"/>
                    <a:pt x="9607" y="8547"/>
                  </a:cubicBezTo>
                  <a:cubicBezTo>
                    <a:pt x="11475" y="7180"/>
                    <a:pt x="13410" y="5979"/>
                    <a:pt x="14511" y="3877"/>
                  </a:cubicBezTo>
                  <a:cubicBezTo>
                    <a:pt x="14845" y="3243"/>
                    <a:pt x="15145" y="2543"/>
                    <a:pt x="15111" y="1842"/>
                  </a:cubicBezTo>
                  <a:cubicBezTo>
                    <a:pt x="15111" y="1142"/>
                    <a:pt x="14711" y="375"/>
                    <a:pt x="14044" y="108"/>
                  </a:cubicBezTo>
                  <a:cubicBezTo>
                    <a:pt x="13858" y="33"/>
                    <a:pt x="13671" y="1"/>
                    <a:pt x="1348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7"/>
            <p:cNvSpPr/>
            <p:nvPr/>
          </p:nvSpPr>
          <p:spPr>
            <a:xfrm>
              <a:off x="3316056" y="1788025"/>
              <a:ext cx="512744" cy="783617"/>
            </a:xfrm>
            <a:custGeom>
              <a:avLst/>
              <a:gdLst/>
              <a:ahLst/>
              <a:cxnLst/>
              <a:rect l="l" t="t" r="r" b="b"/>
              <a:pathLst>
                <a:path w="15946" h="24370" extrusionOk="0">
                  <a:moveTo>
                    <a:pt x="9874" y="1"/>
                  </a:moveTo>
                  <a:cubicBezTo>
                    <a:pt x="7602" y="1"/>
                    <a:pt x="5961" y="1759"/>
                    <a:pt x="5538" y="4186"/>
                  </a:cubicBezTo>
                  <a:cubicBezTo>
                    <a:pt x="5338" y="5420"/>
                    <a:pt x="5538" y="6821"/>
                    <a:pt x="6172" y="7955"/>
                  </a:cubicBezTo>
                  <a:cubicBezTo>
                    <a:pt x="6372" y="8288"/>
                    <a:pt x="6672" y="8589"/>
                    <a:pt x="6939" y="8889"/>
                  </a:cubicBezTo>
                  <a:cubicBezTo>
                    <a:pt x="7239" y="9289"/>
                    <a:pt x="7673" y="9689"/>
                    <a:pt x="7639" y="10190"/>
                  </a:cubicBezTo>
                  <a:cubicBezTo>
                    <a:pt x="7606" y="10890"/>
                    <a:pt x="7239" y="11691"/>
                    <a:pt x="6939" y="12325"/>
                  </a:cubicBezTo>
                  <a:cubicBezTo>
                    <a:pt x="5938" y="12458"/>
                    <a:pt x="4938" y="12625"/>
                    <a:pt x="3970" y="12892"/>
                  </a:cubicBezTo>
                  <a:cubicBezTo>
                    <a:pt x="2369" y="13292"/>
                    <a:pt x="1068" y="14293"/>
                    <a:pt x="468" y="15827"/>
                  </a:cubicBezTo>
                  <a:cubicBezTo>
                    <a:pt x="1" y="16995"/>
                    <a:pt x="34" y="18362"/>
                    <a:pt x="668" y="19497"/>
                  </a:cubicBezTo>
                  <a:cubicBezTo>
                    <a:pt x="1335" y="20664"/>
                    <a:pt x="2569" y="21298"/>
                    <a:pt x="3903" y="21398"/>
                  </a:cubicBezTo>
                  <a:cubicBezTo>
                    <a:pt x="4437" y="21431"/>
                    <a:pt x="4971" y="21398"/>
                    <a:pt x="5505" y="21498"/>
                  </a:cubicBezTo>
                  <a:cubicBezTo>
                    <a:pt x="6739" y="21731"/>
                    <a:pt x="7873" y="23233"/>
                    <a:pt x="9007" y="23866"/>
                  </a:cubicBezTo>
                  <a:cubicBezTo>
                    <a:pt x="9639" y="24215"/>
                    <a:pt x="10272" y="24370"/>
                    <a:pt x="10876" y="24370"/>
                  </a:cubicBezTo>
                  <a:cubicBezTo>
                    <a:pt x="13689" y="24370"/>
                    <a:pt x="15896" y="21017"/>
                    <a:pt x="14578" y="18162"/>
                  </a:cubicBezTo>
                  <a:cubicBezTo>
                    <a:pt x="13944" y="16795"/>
                    <a:pt x="12576" y="15861"/>
                    <a:pt x="12109" y="14460"/>
                  </a:cubicBezTo>
                  <a:cubicBezTo>
                    <a:pt x="11642" y="12925"/>
                    <a:pt x="12309" y="11291"/>
                    <a:pt x="13077" y="9923"/>
                  </a:cubicBezTo>
                  <a:cubicBezTo>
                    <a:pt x="14778" y="6754"/>
                    <a:pt x="15945" y="1484"/>
                    <a:pt x="11175" y="183"/>
                  </a:cubicBezTo>
                  <a:cubicBezTo>
                    <a:pt x="10723" y="59"/>
                    <a:pt x="10288" y="1"/>
                    <a:pt x="987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7"/>
            <p:cNvSpPr/>
            <p:nvPr/>
          </p:nvSpPr>
          <p:spPr>
            <a:xfrm>
              <a:off x="3316056" y="1768153"/>
              <a:ext cx="520236" cy="850596"/>
            </a:xfrm>
            <a:custGeom>
              <a:avLst/>
              <a:gdLst/>
              <a:ahLst/>
              <a:cxnLst/>
              <a:rect l="l" t="t" r="r" b="b"/>
              <a:pathLst>
                <a:path w="16179" h="26453" fill="none" extrusionOk="0">
                  <a:moveTo>
                    <a:pt x="3903" y="22016"/>
                  </a:moveTo>
                  <a:cubicBezTo>
                    <a:pt x="2569" y="21916"/>
                    <a:pt x="1335" y="21282"/>
                    <a:pt x="668" y="20115"/>
                  </a:cubicBezTo>
                  <a:cubicBezTo>
                    <a:pt x="34" y="18980"/>
                    <a:pt x="1" y="17613"/>
                    <a:pt x="468" y="16445"/>
                  </a:cubicBezTo>
                  <a:cubicBezTo>
                    <a:pt x="1068" y="14911"/>
                    <a:pt x="2369" y="13910"/>
                    <a:pt x="3970" y="13510"/>
                  </a:cubicBezTo>
                  <a:cubicBezTo>
                    <a:pt x="4938" y="13243"/>
                    <a:pt x="5938" y="13076"/>
                    <a:pt x="6939" y="12943"/>
                  </a:cubicBezTo>
                  <a:cubicBezTo>
                    <a:pt x="7239" y="12309"/>
                    <a:pt x="7606" y="11508"/>
                    <a:pt x="7639" y="10808"/>
                  </a:cubicBezTo>
                  <a:cubicBezTo>
                    <a:pt x="7673" y="10307"/>
                    <a:pt x="7239" y="9907"/>
                    <a:pt x="6939" y="9507"/>
                  </a:cubicBezTo>
                  <a:cubicBezTo>
                    <a:pt x="6672" y="9207"/>
                    <a:pt x="6372" y="8906"/>
                    <a:pt x="6172" y="8573"/>
                  </a:cubicBezTo>
                  <a:cubicBezTo>
                    <a:pt x="5538" y="7439"/>
                    <a:pt x="5338" y="6038"/>
                    <a:pt x="5538" y="4804"/>
                  </a:cubicBezTo>
                  <a:cubicBezTo>
                    <a:pt x="6038" y="1935"/>
                    <a:pt x="8240" y="0"/>
                    <a:pt x="11175" y="801"/>
                  </a:cubicBezTo>
                  <a:cubicBezTo>
                    <a:pt x="15945" y="2102"/>
                    <a:pt x="14778" y="7372"/>
                    <a:pt x="13077" y="10541"/>
                  </a:cubicBezTo>
                  <a:cubicBezTo>
                    <a:pt x="12309" y="11909"/>
                    <a:pt x="11642" y="13543"/>
                    <a:pt x="12109" y="15078"/>
                  </a:cubicBezTo>
                  <a:cubicBezTo>
                    <a:pt x="12576" y="16479"/>
                    <a:pt x="13944" y="17413"/>
                    <a:pt x="14578" y="18780"/>
                  </a:cubicBezTo>
                  <a:cubicBezTo>
                    <a:pt x="16179" y="22249"/>
                    <a:pt x="12576" y="26452"/>
                    <a:pt x="9007" y="24484"/>
                  </a:cubicBezTo>
                  <a:cubicBezTo>
                    <a:pt x="7873" y="23851"/>
                    <a:pt x="6739" y="22349"/>
                    <a:pt x="5505" y="22116"/>
                  </a:cubicBezTo>
                  <a:cubicBezTo>
                    <a:pt x="4971" y="22016"/>
                    <a:pt x="4437" y="22049"/>
                    <a:pt x="3903" y="2201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7"/>
            <p:cNvSpPr/>
            <p:nvPr/>
          </p:nvSpPr>
          <p:spPr>
            <a:xfrm>
              <a:off x="2579191" y="2186457"/>
              <a:ext cx="1188481" cy="1081919"/>
            </a:xfrm>
            <a:custGeom>
              <a:avLst/>
              <a:gdLst/>
              <a:ahLst/>
              <a:cxnLst/>
              <a:rect l="l" t="t" r="r" b="b"/>
              <a:pathLst>
                <a:path w="36961" h="33647" extrusionOk="0">
                  <a:moveTo>
                    <a:pt x="28954" y="0"/>
                  </a:moveTo>
                  <a:cubicBezTo>
                    <a:pt x="26753" y="100"/>
                    <a:pt x="24551" y="601"/>
                    <a:pt x="22516" y="1468"/>
                  </a:cubicBezTo>
                  <a:cubicBezTo>
                    <a:pt x="21849" y="1768"/>
                    <a:pt x="21182" y="2102"/>
                    <a:pt x="20648" y="2569"/>
                  </a:cubicBezTo>
                  <a:cubicBezTo>
                    <a:pt x="19047" y="3836"/>
                    <a:pt x="19047" y="6071"/>
                    <a:pt x="18880" y="7939"/>
                  </a:cubicBezTo>
                  <a:cubicBezTo>
                    <a:pt x="18687" y="10295"/>
                    <a:pt x="16308" y="12182"/>
                    <a:pt x="13979" y="12182"/>
                  </a:cubicBezTo>
                  <a:cubicBezTo>
                    <a:pt x="13901" y="12182"/>
                    <a:pt x="13822" y="12180"/>
                    <a:pt x="13743" y="12176"/>
                  </a:cubicBezTo>
                  <a:cubicBezTo>
                    <a:pt x="11742" y="12042"/>
                    <a:pt x="10408" y="10408"/>
                    <a:pt x="8673" y="9641"/>
                  </a:cubicBezTo>
                  <a:cubicBezTo>
                    <a:pt x="8206" y="9441"/>
                    <a:pt x="3703" y="7739"/>
                    <a:pt x="2535" y="7206"/>
                  </a:cubicBezTo>
                  <a:cubicBezTo>
                    <a:pt x="1635" y="9407"/>
                    <a:pt x="1001" y="11709"/>
                    <a:pt x="634" y="14044"/>
                  </a:cubicBezTo>
                  <a:cubicBezTo>
                    <a:pt x="234" y="16379"/>
                    <a:pt x="34" y="18714"/>
                    <a:pt x="34" y="21049"/>
                  </a:cubicBezTo>
                  <a:cubicBezTo>
                    <a:pt x="0" y="23317"/>
                    <a:pt x="100" y="25585"/>
                    <a:pt x="534" y="27820"/>
                  </a:cubicBezTo>
                  <a:cubicBezTo>
                    <a:pt x="834" y="29455"/>
                    <a:pt x="1368" y="30989"/>
                    <a:pt x="2002" y="32490"/>
                  </a:cubicBezTo>
                  <a:cubicBezTo>
                    <a:pt x="2369" y="32690"/>
                    <a:pt x="2769" y="32824"/>
                    <a:pt x="3269" y="32924"/>
                  </a:cubicBezTo>
                  <a:cubicBezTo>
                    <a:pt x="5595" y="33300"/>
                    <a:pt x="8478" y="33647"/>
                    <a:pt x="11395" y="33647"/>
                  </a:cubicBezTo>
                  <a:cubicBezTo>
                    <a:pt x="15467" y="33647"/>
                    <a:pt x="19604" y="32971"/>
                    <a:pt x="22383" y="30756"/>
                  </a:cubicBezTo>
                  <a:cubicBezTo>
                    <a:pt x="24451" y="29121"/>
                    <a:pt x="25185" y="25052"/>
                    <a:pt x="25986" y="22216"/>
                  </a:cubicBezTo>
                  <a:cubicBezTo>
                    <a:pt x="28287" y="19548"/>
                    <a:pt x="30589" y="16846"/>
                    <a:pt x="32890" y="14177"/>
                  </a:cubicBezTo>
                  <a:cubicBezTo>
                    <a:pt x="32857" y="13243"/>
                    <a:pt x="32590" y="12309"/>
                    <a:pt x="32490" y="11375"/>
                  </a:cubicBezTo>
                  <a:cubicBezTo>
                    <a:pt x="32457" y="11042"/>
                    <a:pt x="32524" y="10741"/>
                    <a:pt x="32657" y="10408"/>
                  </a:cubicBezTo>
                  <a:cubicBezTo>
                    <a:pt x="32790" y="10041"/>
                    <a:pt x="33024" y="9674"/>
                    <a:pt x="33257" y="9307"/>
                  </a:cubicBezTo>
                  <a:cubicBezTo>
                    <a:pt x="33441" y="9002"/>
                    <a:pt x="36140" y="6264"/>
                    <a:pt x="36825" y="6264"/>
                  </a:cubicBezTo>
                  <a:cubicBezTo>
                    <a:pt x="36889" y="6264"/>
                    <a:pt x="36935" y="6288"/>
                    <a:pt x="36960" y="6338"/>
                  </a:cubicBezTo>
                  <a:cubicBezTo>
                    <a:pt x="36593" y="5571"/>
                    <a:pt x="36193" y="4837"/>
                    <a:pt x="35793" y="4070"/>
                  </a:cubicBezTo>
                  <a:cubicBezTo>
                    <a:pt x="35061" y="4341"/>
                    <a:pt x="34264" y="4414"/>
                    <a:pt x="33455" y="4414"/>
                  </a:cubicBezTo>
                  <a:cubicBezTo>
                    <a:pt x="33267" y="4414"/>
                    <a:pt x="33079" y="4410"/>
                    <a:pt x="32890" y="4404"/>
                  </a:cubicBezTo>
                  <a:cubicBezTo>
                    <a:pt x="31956" y="4370"/>
                    <a:pt x="30989" y="4137"/>
                    <a:pt x="30122" y="3703"/>
                  </a:cubicBezTo>
                  <a:cubicBezTo>
                    <a:pt x="29588" y="3403"/>
                    <a:pt x="28921" y="2902"/>
                    <a:pt x="28754" y="2269"/>
                  </a:cubicBezTo>
                  <a:cubicBezTo>
                    <a:pt x="28521" y="1568"/>
                    <a:pt x="28687" y="668"/>
                    <a:pt x="2895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7"/>
            <p:cNvSpPr/>
            <p:nvPr/>
          </p:nvSpPr>
          <p:spPr>
            <a:xfrm>
              <a:off x="2566329" y="2442797"/>
              <a:ext cx="787315" cy="246725"/>
            </a:xfrm>
            <a:custGeom>
              <a:avLst/>
              <a:gdLst/>
              <a:ahLst/>
              <a:cxnLst/>
              <a:rect l="l" t="t" r="r" b="b"/>
              <a:pathLst>
                <a:path w="24485" h="7673" extrusionOk="0">
                  <a:moveTo>
                    <a:pt x="9907" y="1"/>
                  </a:moveTo>
                  <a:lnTo>
                    <a:pt x="234" y="835"/>
                  </a:lnTo>
                  <a:cubicBezTo>
                    <a:pt x="33" y="835"/>
                    <a:pt x="0" y="1135"/>
                    <a:pt x="167" y="1202"/>
                  </a:cubicBezTo>
                  <a:lnTo>
                    <a:pt x="14110" y="7673"/>
                  </a:lnTo>
                  <a:lnTo>
                    <a:pt x="24484" y="6806"/>
                  </a:lnTo>
                  <a:lnTo>
                    <a:pt x="990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7"/>
            <p:cNvSpPr/>
            <p:nvPr/>
          </p:nvSpPr>
          <p:spPr>
            <a:xfrm>
              <a:off x="2773311" y="2527557"/>
              <a:ext cx="410844" cy="119070"/>
            </a:xfrm>
            <a:custGeom>
              <a:avLst/>
              <a:gdLst/>
              <a:ahLst/>
              <a:cxnLst/>
              <a:rect l="l" t="t" r="r" b="b"/>
              <a:pathLst>
                <a:path w="12777" h="3703" extrusionOk="0">
                  <a:moveTo>
                    <a:pt x="5238" y="0"/>
                  </a:moveTo>
                  <a:lnTo>
                    <a:pt x="1" y="200"/>
                  </a:lnTo>
                  <a:lnTo>
                    <a:pt x="7540" y="3703"/>
                  </a:lnTo>
                  <a:lnTo>
                    <a:pt x="12777" y="3503"/>
                  </a:lnTo>
                  <a:lnTo>
                    <a:pt x="523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7"/>
            <p:cNvSpPr/>
            <p:nvPr/>
          </p:nvSpPr>
          <p:spPr>
            <a:xfrm>
              <a:off x="3410464" y="2423472"/>
              <a:ext cx="392580" cy="525091"/>
            </a:xfrm>
            <a:custGeom>
              <a:avLst/>
              <a:gdLst/>
              <a:ahLst/>
              <a:cxnLst/>
              <a:rect l="l" t="t" r="r" b="b"/>
              <a:pathLst>
                <a:path w="12209" h="16330" extrusionOk="0">
                  <a:moveTo>
                    <a:pt x="8421" y="1"/>
                  </a:moveTo>
                  <a:cubicBezTo>
                    <a:pt x="7451" y="1"/>
                    <a:pt x="6482" y="329"/>
                    <a:pt x="5938" y="1069"/>
                  </a:cubicBezTo>
                  <a:cubicBezTo>
                    <a:pt x="5170" y="2070"/>
                    <a:pt x="4470" y="3170"/>
                    <a:pt x="3836" y="4271"/>
                  </a:cubicBezTo>
                  <a:cubicBezTo>
                    <a:pt x="2502" y="6573"/>
                    <a:pt x="1434" y="9008"/>
                    <a:pt x="601" y="11510"/>
                  </a:cubicBezTo>
                  <a:cubicBezTo>
                    <a:pt x="300" y="12444"/>
                    <a:pt x="0" y="13578"/>
                    <a:pt x="367" y="14545"/>
                  </a:cubicBezTo>
                  <a:cubicBezTo>
                    <a:pt x="601" y="15212"/>
                    <a:pt x="1101" y="15779"/>
                    <a:pt x="1768" y="16080"/>
                  </a:cubicBezTo>
                  <a:cubicBezTo>
                    <a:pt x="2168" y="16246"/>
                    <a:pt x="2602" y="16280"/>
                    <a:pt x="3036" y="16313"/>
                  </a:cubicBezTo>
                  <a:cubicBezTo>
                    <a:pt x="3186" y="16324"/>
                    <a:pt x="3331" y="16329"/>
                    <a:pt x="3472" y="16329"/>
                  </a:cubicBezTo>
                  <a:cubicBezTo>
                    <a:pt x="5076" y="16329"/>
                    <a:pt x="6060" y="15633"/>
                    <a:pt x="7072" y="14345"/>
                  </a:cubicBezTo>
                  <a:cubicBezTo>
                    <a:pt x="8173" y="12877"/>
                    <a:pt x="9440" y="11176"/>
                    <a:pt x="10174" y="9475"/>
                  </a:cubicBezTo>
                  <a:cubicBezTo>
                    <a:pt x="10875" y="7874"/>
                    <a:pt x="11875" y="6339"/>
                    <a:pt x="12042" y="4571"/>
                  </a:cubicBezTo>
                  <a:cubicBezTo>
                    <a:pt x="12209" y="2870"/>
                    <a:pt x="11475" y="935"/>
                    <a:pt x="9907" y="268"/>
                  </a:cubicBezTo>
                  <a:cubicBezTo>
                    <a:pt x="9455" y="94"/>
                    <a:pt x="8938" y="1"/>
                    <a:pt x="842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7"/>
            <p:cNvSpPr/>
            <p:nvPr/>
          </p:nvSpPr>
          <p:spPr>
            <a:xfrm>
              <a:off x="3523071" y="2308646"/>
              <a:ext cx="325023" cy="331711"/>
            </a:xfrm>
            <a:custGeom>
              <a:avLst/>
              <a:gdLst/>
              <a:ahLst/>
              <a:cxnLst/>
              <a:rect l="l" t="t" r="r" b="b"/>
              <a:pathLst>
                <a:path w="10108" h="10316" extrusionOk="0">
                  <a:moveTo>
                    <a:pt x="6577" y="1"/>
                  </a:moveTo>
                  <a:cubicBezTo>
                    <a:pt x="6103" y="1"/>
                    <a:pt x="5623" y="83"/>
                    <a:pt x="5171" y="237"/>
                  </a:cubicBezTo>
                  <a:cubicBezTo>
                    <a:pt x="4452" y="446"/>
                    <a:pt x="3706" y="575"/>
                    <a:pt x="2958" y="575"/>
                  </a:cubicBezTo>
                  <a:cubicBezTo>
                    <a:pt x="2873" y="575"/>
                    <a:pt x="2788" y="574"/>
                    <a:pt x="2703" y="570"/>
                  </a:cubicBezTo>
                  <a:lnTo>
                    <a:pt x="2202" y="2872"/>
                  </a:lnTo>
                  <a:cubicBezTo>
                    <a:pt x="1335" y="4073"/>
                    <a:pt x="401" y="5474"/>
                    <a:pt x="1" y="6908"/>
                  </a:cubicBezTo>
                  <a:cubicBezTo>
                    <a:pt x="1068" y="7709"/>
                    <a:pt x="2736" y="8142"/>
                    <a:pt x="3970" y="8609"/>
                  </a:cubicBezTo>
                  <a:cubicBezTo>
                    <a:pt x="5438" y="9210"/>
                    <a:pt x="6906" y="9743"/>
                    <a:pt x="8373" y="10277"/>
                  </a:cubicBezTo>
                  <a:cubicBezTo>
                    <a:pt x="8431" y="10296"/>
                    <a:pt x="8500" y="10316"/>
                    <a:pt x="8561" y="10316"/>
                  </a:cubicBezTo>
                  <a:cubicBezTo>
                    <a:pt x="8605" y="10316"/>
                    <a:pt x="8645" y="10305"/>
                    <a:pt x="8673" y="10277"/>
                  </a:cubicBezTo>
                  <a:cubicBezTo>
                    <a:pt x="8774" y="10244"/>
                    <a:pt x="8807" y="10144"/>
                    <a:pt x="8840" y="10077"/>
                  </a:cubicBezTo>
                  <a:cubicBezTo>
                    <a:pt x="9374" y="8776"/>
                    <a:pt x="9774" y="7408"/>
                    <a:pt x="9908" y="6007"/>
                  </a:cubicBezTo>
                  <a:cubicBezTo>
                    <a:pt x="10041" y="4606"/>
                    <a:pt x="10108" y="2972"/>
                    <a:pt x="9441" y="1638"/>
                  </a:cubicBezTo>
                  <a:cubicBezTo>
                    <a:pt x="8871" y="498"/>
                    <a:pt x="7744" y="1"/>
                    <a:pt x="657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7"/>
            <p:cNvSpPr/>
            <p:nvPr/>
          </p:nvSpPr>
          <p:spPr>
            <a:xfrm>
              <a:off x="3523071" y="2299064"/>
              <a:ext cx="325023" cy="342194"/>
            </a:xfrm>
            <a:custGeom>
              <a:avLst/>
              <a:gdLst/>
              <a:ahLst/>
              <a:cxnLst/>
              <a:rect l="l" t="t" r="r" b="b"/>
              <a:pathLst>
                <a:path w="10108" h="10642" fill="none" extrusionOk="0">
                  <a:moveTo>
                    <a:pt x="2202" y="3170"/>
                  </a:moveTo>
                  <a:cubicBezTo>
                    <a:pt x="1335" y="4371"/>
                    <a:pt x="401" y="5772"/>
                    <a:pt x="1" y="7206"/>
                  </a:cubicBezTo>
                  <a:cubicBezTo>
                    <a:pt x="1068" y="8007"/>
                    <a:pt x="2736" y="8440"/>
                    <a:pt x="3970" y="8907"/>
                  </a:cubicBezTo>
                  <a:cubicBezTo>
                    <a:pt x="5438" y="9508"/>
                    <a:pt x="6906" y="10041"/>
                    <a:pt x="8373" y="10575"/>
                  </a:cubicBezTo>
                  <a:cubicBezTo>
                    <a:pt x="8473" y="10609"/>
                    <a:pt x="8607" y="10642"/>
                    <a:pt x="8673" y="10575"/>
                  </a:cubicBezTo>
                  <a:cubicBezTo>
                    <a:pt x="8774" y="10542"/>
                    <a:pt x="8807" y="10442"/>
                    <a:pt x="8840" y="10375"/>
                  </a:cubicBezTo>
                  <a:cubicBezTo>
                    <a:pt x="9374" y="9074"/>
                    <a:pt x="9774" y="7706"/>
                    <a:pt x="9908" y="6305"/>
                  </a:cubicBezTo>
                  <a:cubicBezTo>
                    <a:pt x="10041" y="4904"/>
                    <a:pt x="10108" y="3270"/>
                    <a:pt x="9441" y="1936"/>
                  </a:cubicBezTo>
                  <a:cubicBezTo>
                    <a:pt x="8640" y="334"/>
                    <a:pt x="6739" y="1"/>
                    <a:pt x="5171" y="535"/>
                  </a:cubicBezTo>
                  <a:cubicBezTo>
                    <a:pt x="4370" y="768"/>
                    <a:pt x="3536" y="902"/>
                    <a:pt x="2703" y="868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7"/>
            <p:cNvSpPr/>
            <p:nvPr/>
          </p:nvSpPr>
          <p:spPr>
            <a:xfrm>
              <a:off x="3476960" y="1759150"/>
              <a:ext cx="489142" cy="635801"/>
            </a:xfrm>
            <a:custGeom>
              <a:avLst/>
              <a:gdLst/>
              <a:ahLst/>
              <a:cxnLst/>
              <a:rect l="l" t="t" r="r" b="b"/>
              <a:pathLst>
                <a:path w="15212" h="19773" extrusionOk="0">
                  <a:moveTo>
                    <a:pt x="5510" y="1"/>
                  </a:moveTo>
                  <a:cubicBezTo>
                    <a:pt x="4844" y="1"/>
                    <a:pt x="4170" y="110"/>
                    <a:pt x="3503" y="347"/>
                  </a:cubicBezTo>
                  <a:cubicBezTo>
                    <a:pt x="2002" y="881"/>
                    <a:pt x="734" y="2015"/>
                    <a:pt x="0" y="3416"/>
                  </a:cubicBezTo>
                  <a:cubicBezTo>
                    <a:pt x="134" y="3449"/>
                    <a:pt x="300" y="3449"/>
                    <a:pt x="434" y="3482"/>
                  </a:cubicBezTo>
                  <a:cubicBezTo>
                    <a:pt x="2135" y="3749"/>
                    <a:pt x="3636" y="4250"/>
                    <a:pt x="5237" y="4783"/>
                  </a:cubicBezTo>
                  <a:cubicBezTo>
                    <a:pt x="5371" y="4350"/>
                    <a:pt x="5504" y="3916"/>
                    <a:pt x="5771" y="3516"/>
                  </a:cubicBezTo>
                  <a:lnTo>
                    <a:pt x="5771" y="3516"/>
                  </a:lnTo>
                  <a:cubicBezTo>
                    <a:pt x="5404" y="4083"/>
                    <a:pt x="5704" y="5917"/>
                    <a:pt x="5671" y="6618"/>
                  </a:cubicBezTo>
                  <a:cubicBezTo>
                    <a:pt x="5604" y="7752"/>
                    <a:pt x="5538" y="8920"/>
                    <a:pt x="5471" y="10087"/>
                  </a:cubicBezTo>
                  <a:cubicBezTo>
                    <a:pt x="5304" y="12322"/>
                    <a:pt x="5071" y="14557"/>
                    <a:pt x="4770" y="16792"/>
                  </a:cubicBezTo>
                  <a:cubicBezTo>
                    <a:pt x="4704" y="17326"/>
                    <a:pt x="4137" y="19194"/>
                    <a:pt x="4570" y="19561"/>
                  </a:cubicBezTo>
                  <a:cubicBezTo>
                    <a:pt x="4744" y="19722"/>
                    <a:pt x="5138" y="19772"/>
                    <a:pt x="5598" y="19772"/>
                  </a:cubicBezTo>
                  <a:cubicBezTo>
                    <a:pt x="6376" y="19772"/>
                    <a:pt x="7341" y="19627"/>
                    <a:pt x="7739" y="19627"/>
                  </a:cubicBezTo>
                  <a:lnTo>
                    <a:pt x="14778" y="19627"/>
                  </a:lnTo>
                  <a:cubicBezTo>
                    <a:pt x="14911" y="19627"/>
                    <a:pt x="15078" y="19627"/>
                    <a:pt x="15144" y="19527"/>
                  </a:cubicBezTo>
                  <a:cubicBezTo>
                    <a:pt x="15211" y="19427"/>
                    <a:pt x="15211" y="19327"/>
                    <a:pt x="15211" y="19194"/>
                  </a:cubicBezTo>
                  <a:cubicBezTo>
                    <a:pt x="15178" y="16158"/>
                    <a:pt x="14644" y="13089"/>
                    <a:pt x="14210" y="10054"/>
                  </a:cubicBezTo>
                  <a:cubicBezTo>
                    <a:pt x="13877" y="7585"/>
                    <a:pt x="13243" y="5050"/>
                    <a:pt x="11609" y="3149"/>
                  </a:cubicBezTo>
                  <a:cubicBezTo>
                    <a:pt x="10078" y="1333"/>
                    <a:pt x="7841" y="1"/>
                    <a:pt x="551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7"/>
            <p:cNvSpPr/>
            <p:nvPr/>
          </p:nvSpPr>
          <p:spPr>
            <a:xfrm>
              <a:off x="3513424" y="1992306"/>
              <a:ext cx="59037" cy="35435"/>
            </a:xfrm>
            <a:custGeom>
              <a:avLst/>
              <a:gdLst/>
              <a:ahLst/>
              <a:cxnLst/>
              <a:rect l="l" t="t" r="r" b="b"/>
              <a:pathLst>
                <a:path w="1836" h="1102" fill="none" extrusionOk="0">
                  <a:moveTo>
                    <a:pt x="0" y="1"/>
                  </a:moveTo>
                  <a:cubicBezTo>
                    <a:pt x="0" y="434"/>
                    <a:pt x="301" y="835"/>
                    <a:pt x="701" y="968"/>
                  </a:cubicBezTo>
                  <a:cubicBezTo>
                    <a:pt x="1101" y="1102"/>
                    <a:pt x="1602" y="968"/>
                    <a:pt x="1835" y="635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7"/>
            <p:cNvSpPr/>
            <p:nvPr/>
          </p:nvSpPr>
          <p:spPr>
            <a:xfrm>
              <a:off x="2526617" y="2152116"/>
              <a:ext cx="493451" cy="537407"/>
            </a:xfrm>
            <a:custGeom>
              <a:avLst/>
              <a:gdLst/>
              <a:ahLst/>
              <a:cxnLst/>
              <a:rect l="l" t="t" r="r" b="b"/>
              <a:pathLst>
                <a:path w="15346" h="16713" extrusionOk="0">
                  <a:moveTo>
                    <a:pt x="1" y="1"/>
                  </a:moveTo>
                  <a:lnTo>
                    <a:pt x="735" y="9941"/>
                  </a:lnTo>
                  <a:lnTo>
                    <a:pt x="15345" y="16713"/>
                  </a:lnTo>
                  <a:lnTo>
                    <a:pt x="15112" y="687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7"/>
            <p:cNvSpPr/>
            <p:nvPr/>
          </p:nvSpPr>
          <p:spPr>
            <a:xfrm>
              <a:off x="3126213" y="2143563"/>
              <a:ext cx="166274" cy="332515"/>
            </a:xfrm>
            <a:custGeom>
              <a:avLst/>
              <a:gdLst/>
              <a:ahLst/>
              <a:cxnLst/>
              <a:rect l="l" t="t" r="r" b="b"/>
              <a:pathLst>
                <a:path w="5171" h="10341" extrusionOk="0">
                  <a:moveTo>
                    <a:pt x="1101" y="0"/>
                  </a:moveTo>
                  <a:cubicBezTo>
                    <a:pt x="1035" y="67"/>
                    <a:pt x="968" y="100"/>
                    <a:pt x="901" y="167"/>
                  </a:cubicBezTo>
                  <a:lnTo>
                    <a:pt x="0" y="9073"/>
                  </a:lnTo>
                  <a:cubicBezTo>
                    <a:pt x="34" y="9173"/>
                    <a:pt x="67" y="9207"/>
                    <a:pt x="101" y="9273"/>
                  </a:cubicBezTo>
                  <a:lnTo>
                    <a:pt x="4037" y="10341"/>
                  </a:lnTo>
                  <a:cubicBezTo>
                    <a:pt x="4137" y="10274"/>
                    <a:pt x="4170" y="10274"/>
                    <a:pt x="4270" y="10207"/>
                  </a:cubicBezTo>
                  <a:lnTo>
                    <a:pt x="5171" y="1268"/>
                  </a:lnTo>
                  <a:cubicBezTo>
                    <a:pt x="5171" y="1201"/>
                    <a:pt x="5137" y="1101"/>
                    <a:pt x="5037" y="1101"/>
                  </a:cubicBezTo>
                  <a:lnTo>
                    <a:pt x="110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7"/>
            <p:cNvSpPr/>
            <p:nvPr/>
          </p:nvSpPr>
          <p:spPr>
            <a:xfrm>
              <a:off x="3102611" y="2227166"/>
              <a:ext cx="539561" cy="778215"/>
            </a:xfrm>
            <a:custGeom>
              <a:avLst/>
              <a:gdLst/>
              <a:ahLst/>
              <a:cxnLst/>
              <a:rect l="l" t="t" r="r" b="b"/>
              <a:pathLst>
                <a:path w="16780" h="24202" extrusionOk="0">
                  <a:moveTo>
                    <a:pt x="1220" y="1"/>
                  </a:moveTo>
                  <a:cubicBezTo>
                    <a:pt x="1188" y="1"/>
                    <a:pt x="1159" y="11"/>
                    <a:pt x="1135" y="35"/>
                  </a:cubicBezTo>
                  <a:cubicBezTo>
                    <a:pt x="1101" y="69"/>
                    <a:pt x="1068" y="135"/>
                    <a:pt x="1068" y="202"/>
                  </a:cubicBezTo>
                  <a:cubicBezTo>
                    <a:pt x="1001" y="669"/>
                    <a:pt x="1001" y="1169"/>
                    <a:pt x="1168" y="1603"/>
                  </a:cubicBezTo>
                  <a:cubicBezTo>
                    <a:pt x="1115" y="1576"/>
                    <a:pt x="1059" y="1564"/>
                    <a:pt x="1003" y="1564"/>
                  </a:cubicBezTo>
                  <a:cubicBezTo>
                    <a:pt x="779" y="1564"/>
                    <a:pt x="554" y="1757"/>
                    <a:pt x="501" y="1970"/>
                  </a:cubicBezTo>
                  <a:cubicBezTo>
                    <a:pt x="434" y="2237"/>
                    <a:pt x="534" y="2470"/>
                    <a:pt x="634" y="2704"/>
                  </a:cubicBezTo>
                  <a:cubicBezTo>
                    <a:pt x="501" y="2771"/>
                    <a:pt x="301" y="2837"/>
                    <a:pt x="234" y="2971"/>
                  </a:cubicBezTo>
                  <a:cubicBezTo>
                    <a:pt x="134" y="3138"/>
                    <a:pt x="134" y="3304"/>
                    <a:pt x="167" y="3471"/>
                  </a:cubicBezTo>
                  <a:cubicBezTo>
                    <a:pt x="201" y="3571"/>
                    <a:pt x="234" y="3638"/>
                    <a:pt x="234" y="3705"/>
                  </a:cubicBezTo>
                  <a:cubicBezTo>
                    <a:pt x="234" y="3938"/>
                    <a:pt x="67" y="4138"/>
                    <a:pt x="34" y="4372"/>
                  </a:cubicBezTo>
                  <a:cubicBezTo>
                    <a:pt x="1" y="4705"/>
                    <a:pt x="101" y="5039"/>
                    <a:pt x="201" y="5372"/>
                  </a:cubicBezTo>
                  <a:cubicBezTo>
                    <a:pt x="368" y="5873"/>
                    <a:pt x="568" y="6340"/>
                    <a:pt x="835" y="6774"/>
                  </a:cubicBezTo>
                  <a:cubicBezTo>
                    <a:pt x="1101" y="7241"/>
                    <a:pt x="1435" y="7641"/>
                    <a:pt x="1668" y="8108"/>
                  </a:cubicBezTo>
                  <a:cubicBezTo>
                    <a:pt x="2069" y="8875"/>
                    <a:pt x="2236" y="9709"/>
                    <a:pt x="2569" y="10510"/>
                  </a:cubicBezTo>
                  <a:cubicBezTo>
                    <a:pt x="2936" y="11377"/>
                    <a:pt x="3236" y="12277"/>
                    <a:pt x="3570" y="13145"/>
                  </a:cubicBezTo>
                  <a:cubicBezTo>
                    <a:pt x="4404" y="15313"/>
                    <a:pt x="5138" y="17481"/>
                    <a:pt x="6072" y="19583"/>
                  </a:cubicBezTo>
                  <a:cubicBezTo>
                    <a:pt x="6906" y="21484"/>
                    <a:pt x="7940" y="23952"/>
                    <a:pt x="10341" y="24186"/>
                  </a:cubicBezTo>
                  <a:cubicBezTo>
                    <a:pt x="10458" y="24196"/>
                    <a:pt x="10576" y="24201"/>
                    <a:pt x="10693" y="24201"/>
                  </a:cubicBezTo>
                  <a:cubicBezTo>
                    <a:pt x="11715" y="24201"/>
                    <a:pt x="12746" y="23824"/>
                    <a:pt x="13644" y="23285"/>
                  </a:cubicBezTo>
                  <a:cubicBezTo>
                    <a:pt x="14878" y="22485"/>
                    <a:pt x="15712" y="21617"/>
                    <a:pt x="16779" y="20250"/>
                  </a:cubicBezTo>
                  <a:lnTo>
                    <a:pt x="12776" y="16914"/>
                  </a:lnTo>
                  <a:cubicBezTo>
                    <a:pt x="12243" y="16047"/>
                    <a:pt x="10942" y="14679"/>
                    <a:pt x="10942" y="14679"/>
                  </a:cubicBezTo>
                  <a:cubicBezTo>
                    <a:pt x="10742" y="14479"/>
                    <a:pt x="10575" y="14246"/>
                    <a:pt x="10375" y="14045"/>
                  </a:cubicBezTo>
                  <a:cubicBezTo>
                    <a:pt x="9474" y="12945"/>
                    <a:pt x="8607" y="11810"/>
                    <a:pt x="7773" y="10643"/>
                  </a:cubicBezTo>
                  <a:cubicBezTo>
                    <a:pt x="7272" y="9976"/>
                    <a:pt x="6805" y="9242"/>
                    <a:pt x="6372" y="8508"/>
                  </a:cubicBezTo>
                  <a:cubicBezTo>
                    <a:pt x="6005" y="7908"/>
                    <a:pt x="5404" y="7074"/>
                    <a:pt x="5538" y="6340"/>
                  </a:cubicBezTo>
                  <a:cubicBezTo>
                    <a:pt x="5771" y="5139"/>
                    <a:pt x="6205" y="3638"/>
                    <a:pt x="5705" y="2470"/>
                  </a:cubicBezTo>
                  <a:cubicBezTo>
                    <a:pt x="5677" y="2416"/>
                    <a:pt x="5628" y="2361"/>
                    <a:pt x="5593" y="2361"/>
                  </a:cubicBezTo>
                  <a:cubicBezTo>
                    <a:pt x="5585" y="2361"/>
                    <a:pt x="5577" y="2364"/>
                    <a:pt x="5571" y="2370"/>
                  </a:cubicBezTo>
                  <a:cubicBezTo>
                    <a:pt x="5538" y="2370"/>
                    <a:pt x="5538" y="2404"/>
                    <a:pt x="5538" y="2437"/>
                  </a:cubicBezTo>
                  <a:cubicBezTo>
                    <a:pt x="5346" y="3045"/>
                    <a:pt x="5307" y="3775"/>
                    <a:pt x="4569" y="3775"/>
                  </a:cubicBezTo>
                  <a:cubicBezTo>
                    <a:pt x="4537" y="3775"/>
                    <a:pt x="4505" y="3774"/>
                    <a:pt x="4470" y="3771"/>
                  </a:cubicBezTo>
                  <a:cubicBezTo>
                    <a:pt x="3737" y="3705"/>
                    <a:pt x="3103" y="3171"/>
                    <a:pt x="2703" y="2604"/>
                  </a:cubicBezTo>
                  <a:cubicBezTo>
                    <a:pt x="2202" y="1870"/>
                    <a:pt x="1935" y="1003"/>
                    <a:pt x="1502" y="235"/>
                  </a:cubicBezTo>
                  <a:cubicBezTo>
                    <a:pt x="1451" y="109"/>
                    <a:pt x="1323" y="1"/>
                    <a:pt x="122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7"/>
            <p:cNvSpPr/>
            <p:nvPr/>
          </p:nvSpPr>
          <p:spPr>
            <a:xfrm>
              <a:off x="3102611" y="2225075"/>
              <a:ext cx="539561" cy="783039"/>
            </a:xfrm>
            <a:custGeom>
              <a:avLst/>
              <a:gdLst/>
              <a:ahLst/>
              <a:cxnLst/>
              <a:rect l="l" t="t" r="r" b="b"/>
              <a:pathLst>
                <a:path w="16780" h="24352" fill="none" extrusionOk="0">
                  <a:moveTo>
                    <a:pt x="12776" y="16979"/>
                  </a:moveTo>
                  <a:cubicBezTo>
                    <a:pt x="12243" y="16112"/>
                    <a:pt x="10942" y="14744"/>
                    <a:pt x="10942" y="14744"/>
                  </a:cubicBezTo>
                  <a:cubicBezTo>
                    <a:pt x="10742" y="14544"/>
                    <a:pt x="10575" y="14311"/>
                    <a:pt x="10375" y="14110"/>
                  </a:cubicBezTo>
                  <a:cubicBezTo>
                    <a:pt x="9474" y="13010"/>
                    <a:pt x="8607" y="11875"/>
                    <a:pt x="7773" y="10708"/>
                  </a:cubicBezTo>
                  <a:cubicBezTo>
                    <a:pt x="7272" y="10041"/>
                    <a:pt x="6805" y="9307"/>
                    <a:pt x="6372" y="8573"/>
                  </a:cubicBezTo>
                  <a:cubicBezTo>
                    <a:pt x="6005" y="7973"/>
                    <a:pt x="5404" y="7139"/>
                    <a:pt x="5538" y="6405"/>
                  </a:cubicBezTo>
                  <a:cubicBezTo>
                    <a:pt x="5771" y="5204"/>
                    <a:pt x="6205" y="3703"/>
                    <a:pt x="5705" y="2535"/>
                  </a:cubicBezTo>
                  <a:cubicBezTo>
                    <a:pt x="5671" y="2469"/>
                    <a:pt x="5605" y="2402"/>
                    <a:pt x="5571" y="2435"/>
                  </a:cubicBezTo>
                  <a:cubicBezTo>
                    <a:pt x="5538" y="2435"/>
                    <a:pt x="5538" y="2469"/>
                    <a:pt x="5538" y="2502"/>
                  </a:cubicBezTo>
                  <a:cubicBezTo>
                    <a:pt x="5338" y="3136"/>
                    <a:pt x="5304" y="3903"/>
                    <a:pt x="4470" y="3836"/>
                  </a:cubicBezTo>
                  <a:cubicBezTo>
                    <a:pt x="3737" y="3770"/>
                    <a:pt x="3103" y="3236"/>
                    <a:pt x="2703" y="2669"/>
                  </a:cubicBezTo>
                  <a:cubicBezTo>
                    <a:pt x="2202" y="1935"/>
                    <a:pt x="1935" y="1068"/>
                    <a:pt x="1502" y="300"/>
                  </a:cubicBezTo>
                  <a:cubicBezTo>
                    <a:pt x="1435" y="134"/>
                    <a:pt x="1235" y="0"/>
                    <a:pt x="1135" y="100"/>
                  </a:cubicBezTo>
                  <a:cubicBezTo>
                    <a:pt x="1101" y="134"/>
                    <a:pt x="1068" y="200"/>
                    <a:pt x="1068" y="267"/>
                  </a:cubicBezTo>
                  <a:cubicBezTo>
                    <a:pt x="1001" y="734"/>
                    <a:pt x="1001" y="1234"/>
                    <a:pt x="1168" y="1668"/>
                  </a:cubicBezTo>
                  <a:cubicBezTo>
                    <a:pt x="901" y="1535"/>
                    <a:pt x="568" y="1768"/>
                    <a:pt x="501" y="2035"/>
                  </a:cubicBezTo>
                  <a:cubicBezTo>
                    <a:pt x="434" y="2302"/>
                    <a:pt x="534" y="2535"/>
                    <a:pt x="634" y="2769"/>
                  </a:cubicBezTo>
                  <a:cubicBezTo>
                    <a:pt x="501" y="2836"/>
                    <a:pt x="301" y="2902"/>
                    <a:pt x="234" y="3036"/>
                  </a:cubicBezTo>
                  <a:cubicBezTo>
                    <a:pt x="134" y="3203"/>
                    <a:pt x="134" y="3369"/>
                    <a:pt x="167" y="3536"/>
                  </a:cubicBezTo>
                  <a:cubicBezTo>
                    <a:pt x="201" y="3636"/>
                    <a:pt x="234" y="3703"/>
                    <a:pt x="234" y="3770"/>
                  </a:cubicBezTo>
                  <a:cubicBezTo>
                    <a:pt x="234" y="4003"/>
                    <a:pt x="67" y="4203"/>
                    <a:pt x="34" y="4437"/>
                  </a:cubicBezTo>
                  <a:cubicBezTo>
                    <a:pt x="1" y="4770"/>
                    <a:pt x="101" y="5104"/>
                    <a:pt x="201" y="5437"/>
                  </a:cubicBezTo>
                  <a:cubicBezTo>
                    <a:pt x="368" y="5938"/>
                    <a:pt x="568" y="6405"/>
                    <a:pt x="835" y="6839"/>
                  </a:cubicBezTo>
                  <a:cubicBezTo>
                    <a:pt x="1101" y="7306"/>
                    <a:pt x="1435" y="7706"/>
                    <a:pt x="1668" y="8173"/>
                  </a:cubicBezTo>
                  <a:cubicBezTo>
                    <a:pt x="2069" y="8940"/>
                    <a:pt x="2236" y="9774"/>
                    <a:pt x="2569" y="10575"/>
                  </a:cubicBezTo>
                  <a:cubicBezTo>
                    <a:pt x="2936" y="11442"/>
                    <a:pt x="3236" y="12342"/>
                    <a:pt x="3570" y="13210"/>
                  </a:cubicBezTo>
                  <a:cubicBezTo>
                    <a:pt x="4404" y="15378"/>
                    <a:pt x="5138" y="17546"/>
                    <a:pt x="6072" y="19648"/>
                  </a:cubicBezTo>
                  <a:cubicBezTo>
                    <a:pt x="6906" y="21549"/>
                    <a:pt x="7940" y="24017"/>
                    <a:pt x="10341" y="24251"/>
                  </a:cubicBezTo>
                  <a:cubicBezTo>
                    <a:pt x="11475" y="24351"/>
                    <a:pt x="12643" y="23951"/>
                    <a:pt x="13644" y="23350"/>
                  </a:cubicBezTo>
                  <a:cubicBezTo>
                    <a:pt x="14878" y="22550"/>
                    <a:pt x="15712" y="21682"/>
                    <a:pt x="16779" y="20315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7"/>
            <p:cNvSpPr/>
            <p:nvPr/>
          </p:nvSpPr>
          <p:spPr>
            <a:xfrm>
              <a:off x="2599577" y="2357586"/>
              <a:ext cx="188782" cy="227915"/>
            </a:xfrm>
            <a:custGeom>
              <a:avLst/>
              <a:gdLst/>
              <a:ahLst/>
              <a:cxnLst/>
              <a:rect l="l" t="t" r="r" b="b"/>
              <a:pathLst>
                <a:path w="5871" h="7088" extrusionOk="0">
                  <a:moveTo>
                    <a:pt x="2274" y="0"/>
                  </a:moveTo>
                  <a:cubicBezTo>
                    <a:pt x="2240" y="0"/>
                    <a:pt x="2205" y="5"/>
                    <a:pt x="2168" y="16"/>
                  </a:cubicBezTo>
                  <a:cubicBezTo>
                    <a:pt x="1968" y="49"/>
                    <a:pt x="1801" y="216"/>
                    <a:pt x="1735" y="416"/>
                  </a:cubicBezTo>
                  <a:cubicBezTo>
                    <a:pt x="1701" y="382"/>
                    <a:pt x="1701" y="349"/>
                    <a:pt x="1668" y="349"/>
                  </a:cubicBezTo>
                  <a:cubicBezTo>
                    <a:pt x="1593" y="287"/>
                    <a:pt x="1504" y="262"/>
                    <a:pt x="1412" y="262"/>
                  </a:cubicBezTo>
                  <a:cubicBezTo>
                    <a:pt x="1258" y="262"/>
                    <a:pt x="1093" y="332"/>
                    <a:pt x="967" y="416"/>
                  </a:cubicBezTo>
                  <a:cubicBezTo>
                    <a:pt x="834" y="549"/>
                    <a:pt x="801" y="749"/>
                    <a:pt x="801" y="916"/>
                  </a:cubicBezTo>
                  <a:cubicBezTo>
                    <a:pt x="801" y="833"/>
                    <a:pt x="692" y="808"/>
                    <a:pt x="576" y="808"/>
                  </a:cubicBezTo>
                  <a:cubicBezTo>
                    <a:pt x="459" y="808"/>
                    <a:pt x="334" y="833"/>
                    <a:pt x="300" y="849"/>
                  </a:cubicBezTo>
                  <a:cubicBezTo>
                    <a:pt x="134" y="950"/>
                    <a:pt x="100" y="1150"/>
                    <a:pt x="100" y="1316"/>
                  </a:cubicBezTo>
                  <a:cubicBezTo>
                    <a:pt x="0" y="2150"/>
                    <a:pt x="33" y="2951"/>
                    <a:pt x="134" y="3785"/>
                  </a:cubicBezTo>
                  <a:cubicBezTo>
                    <a:pt x="234" y="4385"/>
                    <a:pt x="400" y="4986"/>
                    <a:pt x="934" y="5386"/>
                  </a:cubicBezTo>
                  <a:cubicBezTo>
                    <a:pt x="1468" y="5753"/>
                    <a:pt x="2102" y="6053"/>
                    <a:pt x="2702" y="6287"/>
                  </a:cubicBezTo>
                  <a:cubicBezTo>
                    <a:pt x="3169" y="6454"/>
                    <a:pt x="3636" y="6554"/>
                    <a:pt x="4103" y="6687"/>
                  </a:cubicBezTo>
                  <a:cubicBezTo>
                    <a:pt x="4634" y="6812"/>
                    <a:pt x="5194" y="6937"/>
                    <a:pt x="5755" y="7062"/>
                  </a:cubicBezTo>
                  <a:lnTo>
                    <a:pt x="5755" y="7062"/>
                  </a:lnTo>
                  <a:cubicBezTo>
                    <a:pt x="5293" y="6942"/>
                    <a:pt x="5020" y="6657"/>
                    <a:pt x="4804" y="6287"/>
                  </a:cubicBezTo>
                  <a:cubicBezTo>
                    <a:pt x="4670" y="6053"/>
                    <a:pt x="4537" y="5753"/>
                    <a:pt x="4437" y="5486"/>
                  </a:cubicBezTo>
                  <a:cubicBezTo>
                    <a:pt x="4203" y="4852"/>
                    <a:pt x="4103" y="4185"/>
                    <a:pt x="4003" y="3551"/>
                  </a:cubicBezTo>
                  <a:lnTo>
                    <a:pt x="3669" y="1216"/>
                  </a:lnTo>
                  <a:cubicBezTo>
                    <a:pt x="3636" y="983"/>
                    <a:pt x="3603" y="749"/>
                    <a:pt x="3436" y="549"/>
                  </a:cubicBezTo>
                  <a:cubicBezTo>
                    <a:pt x="3339" y="428"/>
                    <a:pt x="3190" y="343"/>
                    <a:pt x="3039" y="343"/>
                  </a:cubicBezTo>
                  <a:cubicBezTo>
                    <a:pt x="2982" y="343"/>
                    <a:pt x="2924" y="355"/>
                    <a:pt x="2869" y="382"/>
                  </a:cubicBezTo>
                  <a:cubicBezTo>
                    <a:pt x="2835" y="349"/>
                    <a:pt x="2802" y="282"/>
                    <a:pt x="2735" y="249"/>
                  </a:cubicBezTo>
                  <a:cubicBezTo>
                    <a:pt x="2595" y="137"/>
                    <a:pt x="2454" y="0"/>
                    <a:pt x="2274" y="0"/>
                  </a:cubicBezTo>
                  <a:close/>
                  <a:moveTo>
                    <a:pt x="5755" y="7062"/>
                  </a:moveTo>
                  <a:lnTo>
                    <a:pt x="5755" y="7062"/>
                  </a:lnTo>
                  <a:cubicBezTo>
                    <a:pt x="5793" y="7071"/>
                    <a:pt x="5831" y="7080"/>
                    <a:pt x="5871" y="7087"/>
                  </a:cubicBezTo>
                  <a:cubicBezTo>
                    <a:pt x="5832" y="7079"/>
                    <a:pt x="5794" y="7070"/>
                    <a:pt x="5755" y="7062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7"/>
            <p:cNvSpPr/>
            <p:nvPr/>
          </p:nvSpPr>
          <p:spPr>
            <a:xfrm>
              <a:off x="2691798" y="2368808"/>
              <a:ext cx="13987" cy="138395"/>
            </a:xfrm>
            <a:custGeom>
              <a:avLst/>
              <a:gdLst/>
              <a:ahLst/>
              <a:cxnLst/>
              <a:rect l="l" t="t" r="r" b="b"/>
              <a:pathLst>
                <a:path w="435" h="4304" extrusionOk="0">
                  <a:moveTo>
                    <a:pt x="1" y="0"/>
                  </a:moveTo>
                  <a:cubicBezTo>
                    <a:pt x="1" y="767"/>
                    <a:pt x="68" y="1501"/>
                    <a:pt x="134" y="2235"/>
                  </a:cubicBezTo>
                  <a:cubicBezTo>
                    <a:pt x="201" y="2936"/>
                    <a:pt x="201" y="3669"/>
                    <a:pt x="434" y="430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7"/>
            <p:cNvSpPr/>
            <p:nvPr/>
          </p:nvSpPr>
          <p:spPr>
            <a:xfrm>
              <a:off x="2691798" y="2368808"/>
              <a:ext cx="13987" cy="138395"/>
            </a:xfrm>
            <a:custGeom>
              <a:avLst/>
              <a:gdLst/>
              <a:ahLst/>
              <a:cxnLst/>
              <a:rect l="l" t="t" r="r" b="b"/>
              <a:pathLst>
                <a:path w="435" h="4304" fill="none" extrusionOk="0">
                  <a:moveTo>
                    <a:pt x="1" y="0"/>
                  </a:moveTo>
                  <a:cubicBezTo>
                    <a:pt x="1" y="767"/>
                    <a:pt x="68" y="1501"/>
                    <a:pt x="134" y="2235"/>
                  </a:cubicBezTo>
                  <a:cubicBezTo>
                    <a:pt x="201" y="2936"/>
                    <a:pt x="201" y="3669"/>
                    <a:pt x="434" y="430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7"/>
            <p:cNvSpPr/>
            <p:nvPr/>
          </p:nvSpPr>
          <p:spPr>
            <a:xfrm>
              <a:off x="2656427" y="2364499"/>
              <a:ext cx="16110" cy="137334"/>
            </a:xfrm>
            <a:custGeom>
              <a:avLst/>
              <a:gdLst/>
              <a:ahLst/>
              <a:cxnLst/>
              <a:rect l="l" t="t" r="r" b="b"/>
              <a:pathLst>
                <a:path w="501" h="4271" extrusionOk="0">
                  <a:moveTo>
                    <a:pt x="67" y="1"/>
                  </a:moveTo>
                  <a:cubicBezTo>
                    <a:pt x="0" y="1202"/>
                    <a:pt x="267" y="3103"/>
                    <a:pt x="500" y="4270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7"/>
            <p:cNvSpPr/>
            <p:nvPr/>
          </p:nvSpPr>
          <p:spPr>
            <a:xfrm>
              <a:off x="2656427" y="2364499"/>
              <a:ext cx="16110" cy="137334"/>
            </a:xfrm>
            <a:custGeom>
              <a:avLst/>
              <a:gdLst/>
              <a:ahLst/>
              <a:cxnLst/>
              <a:rect l="l" t="t" r="r" b="b"/>
              <a:pathLst>
                <a:path w="501" h="4271" fill="none" extrusionOk="0">
                  <a:moveTo>
                    <a:pt x="67" y="1"/>
                  </a:moveTo>
                  <a:cubicBezTo>
                    <a:pt x="0" y="1202"/>
                    <a:pt x="267" y="3103"/>
                    <a:pt x="500" y="427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2624240" y="2358068"/>
              <a:ext cx="13955" cy="136241"/>
            </a:xfrm>
            <a:custGeom>
              <a:avLst/>
              <a:gdLst/>
              <a:ahLst/>
              <a:cxnLst/>
              <a:rect l="l" t="t" r="r" b="b"/>
              <a:pathLst>
                <a:path w="434" h="4237" extrusionOk="0">
                  <a:moveTo>
                    <a:pt x="67" y="1"/>
                  </a:moveTo>
                  <a:lnTo>
                    <a:pt x="100" y="384"/>
                  </a:lnTo>
                  <a:lnTo>
                    <a:pt x="100" y="384"/>
                  </a:lnTo>
                  <a:cubicBezTo>
                    <a:pt x="99" y="254"/>
                    <a:pt x="95" y="139"/>
                    <a:pt x="67" y="1"/>
                  </a:cubicBezTo>
                  <a:close/>
                  <a:moveTo>
                    <a:pt x="100" y="384"/>
                  </a:moveTo>
                  <a:cubicBezTo>
                    <a:pt x="100" y="411"/>
                    <a:pt x="100" y="439"/>
                    <a:pt x="100" y="468"/>
                  </a:cubicBezTo>
                  <a:cubicBezTo>
                    <a:pt x="0" y="1602"/>
                    <a:pt x="134" y="3136"/>
                    <a:pt x="434" y="4237"/>
                  </a:cubicBezTo>
                  <a:lnTo>
                    <a:pt x="100" y="384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2624240" y="2358068"/>
              <a:ext cx="13955" cy="136241"/>
            </a:xfrm>
            <a:custGeom>
              <a:avLst/>
              <a:gdLst/>
              <a:ahLst/>
              <a:cxnLst/>
              <a:rect l="l" t="t" r="r" b="b"/>
              <a:pathLst>
                <a:path w="434" h="4237" fill="none" extrusionOk="0">
                  <a:moveTo>
                    <a:pt x="67" y="1"/>
                  </a:moveTo>
                  <a:cubicBezTo>
                    <a:pt x="100" y="167"/>
                    <a:pt x="100" y="301"/>
                    <a:pt x="100" y="468"/>
                  </a:cubicBezTo>
                  <a:cubicBezTo>
                    <a:pt x="0" y="1602"/>
                    <a:pt x="134" y="3136"/>
                    <a:pt x="434" y="4237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2307802" y="3113196"/>
              <a:ext cx="41866" cy="64374"/>
            </a:xfrm>
            <a:custGeom>
              <a:avLst/>
              <a:gdLst/>
              <a:ahLst/>
              <a:cxnLst/>
              <a:rect l="l" t="t" r="r" b="b"/>
              <a:pathLst>
                <a:path w="1302" h="2002" extrusionOk="0">
                  <a:moveTo>
                    <a:pt x="1" y="0"/>
                  </a:moveTo>
                  <a:lnTo>
                    <a:pt x="1" y="0"/>
                  </a:lnTo>
                  <a:cubicBezTo>
                    <a:pt x="301" y="734"/>
                    <a:pt x="735" y="1401"/>
                    <a:pt x="1302" y="200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2307802" y="3113196"/>
              <a:ext cx="41866" cy="64374"/>
            </a:xfrm>
            <a:custGeom>
              <a:avLst/>
              <a:gdLst/>
              <a:ahLst/>
              <a:cxnLst/>
              <a:rect l="l" t="t" r="r" b="b"/>
              <a:pathLst>
                <a:path w="1302" h="2002" fill="none" extrusionOk="0">
                  <a:moveTo>
                    <a:pt x="1302" y="2001"/>
                  </a:moveTo>
                  <a:cubicBezTo>
                    <a:pt x="735" y="1401"/>
                    <a:pt x="301" y="734"/>
                    <a:pt x="1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2238090" y="4369201"/>
              <a:ext cx="1623956" cy="32"/>
            </a:xfrm>
            <a:custGeom>
              <a:avLst/>
              <a:gdLst/>
              <a:ahLst/>
              <a:cxnLst/>
              <a:rect l="l" t="t" r="r" b="b"/>
              <a:pathLst>
                <a:path w="50504" h="1" fill="none" extrusionOk="0">
                  <a:moveTo>
                    <a:pt x="1" y="0"/>
                  </a:moveTo>
                  <a:lnTo>
                    <a:pt x="50503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3" name="Google Shape;593;p47"/>
          <p:cNvSpPr txBox="1">
            <a:spLocks noGrp="1"/>
          </p:cNvSpPr>
          <p:nvPr>
            <p:ph type="subTitle" idx="1"/>
          </p:nvPr>
        </p:nvSpPr>
        <p:spPr>
          <a:xfrm>
            <a:off x="3993931" y="1702676"/>
            <a:ext cx="5150069" cy="2522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1200"/>
              </a:spcBef>
            </a:pPr>
            <a:r>
              <a:rPr lang="fr-FR" dirty="0" smtClean="0"/>
              <a:t>-</a:t>
            </a:r>
            <a:r>
              <a:rPr lang="en-US" dirty="0" smtClean="0"/>
              <a:t>Recursion is made for solving </a:t>
            </a:r>
            <a:r>
              <a:rPr lang="en-US" dirty="0" smtClean="0"/>
              <a:t>problems</a:t>
            </a:r>
          </a:p>
          <a:p>
            <a:pPr marL="0" lvl="0" indent="0" algn="l">
              <a:spcBef>
                <a:spcPts val="1200"/>
              </a:spcBef>
            </a:pPr>
            <a:r>
              <a:rPr lang="en-US" dirty="0" smtClean="0"/>
              <a:t>-</a:t>
            </a:r>
            <a:r>
              <a:rPr lang="en-US" dirty="0" smtClean="0"/>
              <a:t> It is especially good for working on things that have many possible branches and are too complex for an iterative approach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" grpId="0"/>
      <p:bldP spid="59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8"/>
          <p:cNvSpPr/>
          <p:nvPr/>
        </p:nvSpPr>
        <p:spPr>
          <a:xfrm>
            <a:off x="6310025" y="1214550"/>
            <a:ext cx="2222100" cy="222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48"/>
          <p:cNvSpPr txBox="1">
            <a:spLocks noGrp="1"/>
          </p:cNvSpPr>
          <p:nvPr>
            <p:ph type="subTitle" idx="1"/>
          </p:nvPr>
        </p:nvSpPr>
        <p:spPr>
          <a:xfrm flipH="1">
            <a:off x="388882" y="839999"/>
            <a:ext cx="4561489" cy="37845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rgbClr val="443440"/>
              </a:buClr>
              <a:buSzPts val="1100"/>
            </a:pPr>
            <a:r>
              <a:rPr lang="fr-FR" b="1" dirty="0" smtClean="0"/>
              <a:t>Base Case</a:t>
            </a:r>
            <a:r>
              <a:rPr lang="fr-FR" dirty="0" smtClean="0"/>
              <a:t>:</a:t>
            </a:r>
          </a:p>
          <a:p>
            <a:pPr marL="0" lvl="0" indent="0">
              <a:buClr>
                <a:srgbClr val="443440"/>
              </a:buClr>
              <a:buSzPts val="1100"/>
            </a:pPr>
            <a:r>
              <a:rPr lang="en-US" dirty="0" smtClean="0"/>
              <a:t>-One </a:t>
            </a:r>
            <a:r>
              <a:rPr lang="en-US" dirty="0" smtClean="0"/>
              <a:t>critical requirement of recursive functions is the termination point or base </a:t>
            </a:r>
            <a:r>
              <a:rPr lang="en-US" dirty="0" smtClean="0"/>
              <a:t>case</a:t>
            </a:r>
          </a:p>
          <a:p>
            <a:pPr marL="0" lvl="0" indent="0">
              <a:buClr>
                <a:srgbClr val="443440"/>
              </a:buClr>
              <a:buSzPts val="1100"/>
            </a:pPr>
            <a:r>
              <a:rPr lang="en-US" dirty="0" smtClean="0"/>
              <a:t>-Every recursive program must have a base case to make sure that the function will terminate</a:t>
            </a:r>
            <a:endParaRPr lang="fr-FR" dirty="0" smtClean="0"/>
          </a:p>
          <a:p>
            <a:pPr marL="0" lvl="0" indent="0">
              <a:buClr>
                <a:srgbClr val="443440"/>
              </a:buClr>
              <a:buSzPts val="1100"/>
            </a:pPr>
            <a:endParaRPr/>
          </a:p>
        </p:txBody>
      </p:sp>
      <p:grpSp>
        <p:nvGrpSpPr>
          <p:cNvPr id="601" name="Google Shape;601;p48"/>
          <p:cNvGrpSpPr/>
          <p:nvPr/>
        </p:nvGrpSpPr>
        <p:grpSpPr>
          <a:xfrm>
            <a:off x="4767386" y="1340198"/>
            <a:ext cx="3054526" cy="3046271"/>
            <a:chOff x="5031649" y="1772374"/>
            <a:chExt cx="2774067" cy="2766571"/>
          </a:xfrm>
        </p:grpSpPr>
        <p:sp>
          <p:nvSpPr>
            <p:cNvPr id="602" name="Google Shape;602;p48"/>
            <p:cNvSpPr/>
            <p:nvPr/>
          </p:nvSpPr>
          <p:spPr>
            <a:xfrm>
              <a:off x="5031649" y="1772374"/>
              <a:ext cx="2233634" cy="1572151"/>
            </a:xfrm>
            <a:custGeom>
              <a:avLst/>
              <a:gdLst/>
              <a:ahLst/>
              <a:cxnLst/>
              <a:rect l="l" t="t" r="r" b="b"/>
              <a:pathLst>
                <a:path w="169955" h="100473" extrusionOk="0">
                  <a:moveTo>
                    <a:pt x="0" y="1"/>
                  </a:moveTo>
                  <a:lnTo>
                    <a:pt x="0" y="100472"/>
                  </a:lnTo>
                  <a:lnTo>
                    <a:pt x="169955" y="100472"/>
                  </a:lnTo>
                  <a:lnTo>
                    <a:pt x="169955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8"/>
            <p:cNvSpPr/>
            <p:nvPr/>
          </p:nvSpPr>
          <p:spPr>
            <a:xfrm>
              <a:off x="6034927" y="3014720"/>
              <a:ext cx="43867" cy="43344"/>
            </a:xfrm>
            <a:custGeom>
              <a:avLst/>
              <a:gdLst/>
              <a:ahLst/>
              <a:cxnLst/>
              <a:rect l="l" t="t" r="r" b="b"/>
              <a:pathLst>
                <a:path w="2803" h="2770" fill="none" extrusionOk="0">
                  <a:moveTo>
                    <a:pt x="2802" y="1368"/>
                  </a:moveTo>
                  <a:cubicBezTo>
                    <a:pt x="2802" y="2169"/>
                    <a:pt x="2169" y="2769"/>
                    <a:pt x="1401" y="2769"/>
                  </a:cubicBezTo>
                  <a:cubicBezTo>
                    <a:pt x="634" y="2769"/>
                    <a:pt x="0" y="2169"/>
                    <a:pt x="0" y="1368"/>
                  </a:cubicBezTo>
                  <a:cubicBezTo>
                    <a:pt x="0" y="601"/>
                    <a:pt x="634" y="1"/>
                    <a:pt x="1401" y="1"/>
                  </a:cubicBezTo>
                  <a:cubicBezTo>
                    <a:pt x="2169" y="1"/>
                    <a:pt x="2802" y="601"/>
                    <a:pt x="2802" y="136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8"/>
            <p:cNvSpPr/>
            <p:nvPr/>
          </p:nvSpPr>
          <p:spPr>
            <a:xfrm>
              <a:off x="6034927" y="3178624"/>
              <a:ext cx="43867" cy="43344"/>
            </a:xfrm>
            <a:custGeom>
              <a:avLst/>
              <a:gdLst/>
              <a:ahLst/>
              <a:cxnLst/>
              <a:rect l="l" t="t" r="r" b="b"/>
              <a:pathLst>
                <a:path w="2803" h="2770" fill="none" extrusionOk="0">
                  <a:moveTo>
                    <a:pt x="2802" y="1368"/>
                  </a:moveTo>
                  <a:cubicBezTo>
                    <a:pt x="2802" y="2169"/>
                    <a:pt x="2169" y="2769"/>
                    <a:pt x="1401" y="2769"/>
                  </a:cubicBezTo>
                  <a:cubicBezTo>
                    <a:pt x="634" y="2769"/>
                    <a:pt x="0" y="2169"/>
                    <a:pt x="0" y="1368"/>
                  </a:cubicBezTo>
                  <a:cubicBezTo>
                    <a:pt x="0" y="601"/>
                    <a:pt x="634" y="1"/>
                    <a:pt x="1401" y="1"/>
                  </a:cubicBezTo>
                  <a:cubicBezTo>
                    <a:pt x="2169" y="1"/>
                    <a:pt x="2802" y="601"/>
                    <a:pt x="2802" y="136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8"/>
            <p:cNvSpPr/>
            <p:nvPr/>
          </p:nvSpPr>
          <p:spPr>
            <a:xfrm>
              <a:off x="5164760" y="2355439"/>
              <a:ext cx="646298" cy="491691"/>
            </a:xfrm>
            <a:custGeom>
              <a:avLst/>
              <a:gdLst/>
              <a:ahLst/>
              <a:cxnLst/>
              <a:rect l="l" t="t" r="r" b="b"/>
              <a:pathLst>
                <a:path w="41297" h="31423" extrusionOk="0">
                  <a:moveTo>
                    <a:pt x="0" y="1"/>
                  </a:moveTo>
                  <a:lnTo>
                    <a:pt x="0" y="31423"/>
                  </a:lnTo>
                  <a:lnTo>
                    <a:pt x="41296" y="31423"/>
                  </a:lnTo>
                  <a:lnTo>
                    <a:pt x="4129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8"/>
            <p:cNvSpPr/>
            <p:nvPr/>
          </p:nvSpPr>
          <p:spPr>
            <a:xfrm>
              <a:off x="5164760" y="2355439"/>
              <a:ext cx="646298" cy="491691"/>
            </a:xfrm>
            <a:custGeom>
              <a:avLst/>
              <a:gdLst/>
              <a:ahLst/>
              <a:cxnLst/>
              <a:rect l="l" t="t" r="r" b="b"/>
              <a:pathLst>
                <a:path w="41297" h="31423" fill="none" extrusionOk="0">
                  <a:moveTo>
                    <a:pt x="0" y="1"/>
                  </a:moveTo>
                  <a:lnTo>
                    <a:pt x="41296" y="1"/>
                  </a:lnTo>
                  <a:lnTo>
                    <a:pt x="41296" y="31423"/>
                  </a:lnTo>
                  <a:lnTo>
                    <a:pt x="0" y="31423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8"/>
            <p:cNvSpPr/>
            <p:nvPr/>
          </p:nvSpPr>
          <p:spPr>
            <a:xfrm>
              <a:off x="5104199" y="2309510"/>
              <a:ext cx="767413" cy="583558"/>
            </a:xfrm>
            <a:custGeom>
              <a:avLst/>
              <a:gdLst/>
              <a:ahLst/>
              <a:cxnLst/>
              <a:rect l="l" t="t" r="r" b="b"/>
              <a:pathLst>
                <a:path w="49036" h="37294" fill="none" extrusionOk="0">
                  <a:moveTo>
                    <a:pt x="1" y="0"/>
                  </a:moveTo>
                  <a:lnTo>
                    <a:pt x="49036" y="0"/>
                  </a:lnTo>
                  <a:lnTo>
                    <a:pt x="49036" y="37293"/>
                  </a:lnTo>
                  <a:lnTo>
                    <a:pt x="1" y="37293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8"/>
            <p:cNvSpPr/>
            <p:nvPr/>
          </p:nvSpPr>
          <p:spPr>
            <a:xfrm>
              <a:off x="5120135" y="1853264"/>
              <a:ext cx="2056593" cy="331993"/>
            </a:xfrm>
            <a:custGeom>
              <a:avLst/>
              <a:gdLst/>
              <a:ahLst/>
              <a:cxnLst/>
              <a:rect l="l" t="t" r="r" b="b"/>
              <a:pathLst>
                <a:path w="160015" h="21217" extrusionOk="0">
                  <a:moveTo>
                    <a:pt x="1" y="1"/>
                  </a:moveTo>
                  <a:lnTo>
                    <a:pt x="1" y="21216"/>
                  </a:lnTo>
                  <a:lnTo>
                    <a:pt x="160015" y="21216"/>
                  </a:lnTo>
                  <a:lnTo>
                    <a:pt x="16001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8"/>
            <p:cNvSpPr/>
            <p:nvPr/>
          </p:nvSpPr>
          <p:spPr>
            <a:xfrm>
              <a:off x="5146715" y="1879899"/>
              <a:ext cx="2003435" cy="278729"/>
            </a:xfrm>
            <a:custGeom>
              <a:avLst/>
              <a:gdLst/>
              <a:ahLst/>
              <a:cxnLst/>
              <a:rect l="l" t="t" r="r" b="b"/>
              <a:pathLst>
                <a:path w="155879" h="17813" extrusionOk="0">
                  <a:moveTo>
                    <a:pt x="1" y="0"/>
                  </a:moveTo>
                  <a:lnTo>
                    <a:pt x="1" y="17813"/>
                  </a:lnTo>
                  <a:lnTo>
                    <a:pt x="155879" y="17813"/>
                  </a:lnTo>
                  <a:lnTo>
                    <a:pt x="155879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8"/>
            <p:cNvSpPr/>
            <p:nvPr/>
          </p:nvSpPr>
          <p:spPr>
            <a:xfrm>
              <a:off x="5461774" y="3014720"/>
              <a:ext cx="43335" cy="43344"/>
            </a:xfrm>
            <a:custGeom>
              <a:avLst/>
              <a:gdLst/>
              <a:ahLst/>
              <a:cxnLst/>
              <a:rect l="l" t="t" r="r" b="b"/>
              <a:pathLst>
                <a:path w="2769" h="2770" fill="none" extrusionOk="0">
                  <a:moveTo>
                    <a:pt x="2769" y="1368"/>
                  </a:moveTo>
                  <a:cubicBezTo>
                    <a:pt x="2769" y="2169"/>
                    <a:pt x="2169" y="2769"/>
                    <a:pt x="1401" y="2769"/>
                  </a:cubicBezTo>
                  <a:cubicBezTo>
                    <a:pt x="601" y="2769"/>
                    <a:pt x="0" y="2169"/>
                    <a:pt x="0" y="1368"/>
                  </a:cubicBezTo>
                  <a:cubicBezTo>
                    <a:pt x="0" y="601"/>
                    <a:pt x="601" y="1"/>
                    <a:pt x="1401" y="1"/>
                  </a:cubicBezTo>
                  <a:cubicBezTo>
                    <a:pt x="2169" y="1"/>
                    <a:pt x="2769" y="601"/>
                    <a:pt x="2769" y="136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8"/>
            <p:cNvSpPr/>
            <p:nvPr/>
          </p:nvSpPr>
          <p:spPr>
            <a:xfrm>
              <a:off x="5564086" y="3008460"/>
              <a:ext cx="321060" cy="40198"/>
            </a:xfrm>
            <a:custGeom>
              <a:avLst/>
              <a:gdLst/>
              <a:ahLst/>
              <a:cxnLst/>
              <a:rect l="l" t="t" r="r" b="b"/>
              <a:pathLst>
                <a:path w="20515" h="2569" extrusionOk="0">
                  <a:moveTo>
                    <a:pt x="0" y="0"/>
                  </a:moveTo>
                  <a:lnTo>
                    <a:pt x="0" y="2569"/>
                  </a:lnTo>
                  <a:lnTo>
                    <a:pt x="20515" y="2569"/>
                  </a:lnTo>
                  <a:lnTo>
                    <a:pt x="2051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8"/>
            <p:cNvSpPr/>
            <p:nvPr/>
          </p:nvSpPr>
          <p:spPr>
            <a:xfrm>
              <a:off x="5461774" y="3178624"/>
              <a:ext cx="43335" cy="43344"/>
            </a:xfrm>
            <a:custGeom>
              <a:avLst/>
              <a:gdLst/>
              <a:ahLst/>
              <a:cxnLst/>
              <a:rect l="l" t="t" r="r" b="b"/>
              <a:pathLst>
                <a:path w="2769" h="2770" fill="none" extrusionOk="0">
                  <a:moveTo>
                    <a:pt x="2769" y="1368"/>
                  </a:moveTo>
                  <a:cubicBezTo>
                    <a:pt x="2769" y="2169"/>
                    <a:pt x="2169" y="2769"/>
                    <a:pt x="1401" y="2769"/>
                  </a:cubicBezTo>
                  <a:cubicBezTo>
                    <a:pt x="601" y="2769"/>
                    <a:pt x="0" y="2169"/>
                    <a:pt x="0" y="1368"/>
                  </a:cubicBezTo>
                  <a:cubicBezTo>
                    <a:pt x="0" y="601"/>
                    <a:pt x="601" y="1"/>
                    <a:pt x="1401" y="1"/>
                  </a:cubicBezTo>
                  <a:cubicBezTo>
                    <a:pt x="2169" y="1"/>
                    <a:pt x="2769" y="601"/>
                    <a:pt x="2769" y="1368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8"/>
            <p:cNvSpPr/>
            <p:nvPr/>
          </p:nvSpPr>
          <p:spPr>
            <a:xfrm>
              <a:off x="5564086" y="3180189"/>
              <a:ext cx="321060" cy="40214"/>
            </a:xfrm>
            <a:custGeom>
              <a:avLst/>
              <a:gdLst/>
              <a:ahLst/>
              <a:cxnLst/>
              <a:rect l="l" t="t" r="r" b="b"/>
              <a:pathLst>
                <a:path w="20515" h="2570" extrusionOk="0">
                  <a:moveTo>
                    <a:pt x="0" y="1"/>
                  </a:moveTo>
                  <a:lnTo>
                    <a:pt x="0" y="2569"/>
                  </a:lnTo>
                  <a:lnTo>
                    <a:pt x="20515" y="2569"/>
                  </a:lnTo>
                  <a:lnTo>
                    <a:pt x="2051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8"/>
            <p:cNvSpPr/>
            <p:nvPr/>
          </p:nvSpPr>
          <p:spPr>
            <a:xfrm>
              <a:off x="5897123" y="2309510"/>
              <a:ext cx="424944" cy="597124"/>
            </a:xfrm>
            <a:custGeom>
              <a:avLst/>
              <a:gdLst/>
              <a:ahLst/>
              <a:cxnLst/>
              <a:rect l="l" t="t" r="r" b="b"/>
              <a:pathLst>
                <a:path w="27153" h="38161" extrusionOk="0">
                  <a:moveTo>
                    <a:pt x="1268" y="0"/>
                  </a:moveTo>
                  <a:lnTo>
                    <a:pt x="0" y="37260"/>
                  </a:lnTo>
                  <a:lnTo>
                    <a:pt x="25852" y="38161"/>
                  </a:lnTo>
                  <a:lnTo>
                    <a:pt x="27153" y="867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8"/>
            <p:cNvSpPr/>
            <p:nvPr/>
          </p:nvSpPr>
          <p:spPr>
            <a:xfrm>
              <a:off x="5915918" y="2336128"/>
              <a:ext cx="386837" cy="543375"/>
            </a:xfrm>
            <a:custGeom>
              <a:avLst/>
              <a:gdLst/>
              <a:ahLst/>
              <a:cxnLst/>
              <a:rect l="l" t="t" r="r" b="b"/>
              <a:pathLst>
                <a:path w="24718" h="34726" extrusionOk="0">
                  <a:moveTo>
                    <a:pt x="1201" y="0"/>
                  </a:moveTo>
                  <a:lnTo>
                    <a:pt x="0" y="33925"/>
                  </a:lnTo>
                  <a:lnTo>
                    <a:pt x="23550" y="34725"/>
                  </a:lnTo>
                  <a:lnTo>
                    <a:pt x="24718" y="834"/>
                  </a:lnTo>
                  <a:lnTo>
                    <a:pt x="1201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8"/>
            <p:cNvSpPr/>
            <p:nvPr/>
          </p:nvSpPr>
          <p:spPr>
            <a:xfrm>
              <a:off x="5897123" y="2323077"/>
              <a:ext cx="424944" cy="569475"/>
            </a:xfrm>
            <a:custGeom>
              <a:avLst/>
              <a:gdLst/>
              <a:ahLst/>
              <a:cxnLst/>
              <a:rect l="l" t="t" r="r" b="b"/>
              <a:pathLst>
                <a:path w="27153" h="36394" extrusionOk="0">
                  <a:moveTo>
                    <a:pt x="27153" y="0"/>
                  </a:moveTo>
                  <a:lnTo>
                    <a:pt x="0" y="3639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8"/>
            <p:cNvSpPr/>
            <p:nvPr/>
          </p:nvSpPr>
          <p:spPr>
            <a:xfrm>
              <a:off x="5918515" y="2308461"/>
              <a:ext cx="382157" cy="599221"/>
            </a:xfrm>
            <a:custGeom>
              <a:avLst/>
              <a:gdLst/>
              <a:ahLst/>
              <a:cxnLst/>
              <a:rect l="l" t="t" r="r" b="b"/>
              <a:pathLst>
                <a:path w="24419" h="38295" extrusionOk="0">
                  <a:moveTo>
                    <a:pt x="1" y="0"/>
                  </a:moveTo>
                  <a:lnTo>
                    <a:pt x="24418" y="3829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8"/>
            <p:cNvSpPr/>
            <p:nvPr/>
          </p:nvSpPr>
          <p:spPr>
            <a:xfrm>
              <a:off x="5266539" y="1975425"/>
              <a:ext cx="60049" cy="79348"/>
            </a:xfrm>
            <a:custGeom>
              <a:avLst/>
              <a:gdLst/>
              <a:ahLst/>
              <a:cxnLst/>
              <a:rect l="l" t="t" r="r" b="b"/>
              <a:pathLst>
                <a:path w="3837" h="5071" fill="none" extrusionOk="0">
                  <a:moveTo>
                    <a:pt x="3837" y="0"/>
                  </a:moveTo>
                  <a:lnTo>
                    <a:pt x="1" y="2736"/>
                  </a:lnTo>
                  <a:lnTo>
                    <a:pt x="3603" y="507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8"/>
            <p:cNvSpPr/>
            <p:nvPr/>
          </p:nvSpPr>
          <p:spPr>
            <a:xfrm>
              <a:off x="5817768" y="1975425"/>
              <a:ext cx="60049" cy="79348"/>
            </a:xfrm>
            <a:custGeom>
              <a:avLst/>
              <a:gdLst/>
              <a:ahLst/>
              <a:cxnLst/>
              <a:rect l="l" t="t" r="r" b="b"/>
              <a:pathLst>
                <a:path w="3837" h="5071" fill="none" extrusionOk="0">
                  <a:moveTo>
                    <a:pt x="3837" y="0"/>
                  </a:moveTo>
                  <a:lnTo>
                    <a:pt x="1" y="2736"/>
                  </a:lnTo>
                  <a:lnTo>
                    <a:pt x="3603" y="507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8"/>
            <p:cNvSpPr/>
            <p:nvPr/>
          </p:nvSpPr>
          <p:spPr>
            <a:xfrm>
              <a:off x="5366238" y="2000478"/>
              <a:ext cx="73101" cy="16"/>
            </a:xfrm>
            <a:custGeom>
              <a:avLst/>
              <a:gdLst/>
              <a:ahLst/>
              <a:cxnLst/>
              <a:rect l="l" t="t" r="r" b="b"/>
              <a:pathLst>
                <a:path w="4671" h="1" fill="none" extrusionOk="0">
                  <a:moveTo>
                    <a:pt x="1" y="1"/>
                  </a:moveTo>
                  <a:lnTo>
                    <a:pt x="467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8"/>
            <p:cNvSpPr/>
            <p:nvPr/>
          </p:nvSpPr>
          <p:spPr>
            <a:xfrm>
              <a:off x="5366238" y="2029710"/>
              <a:ext cx="73101" cy="16"/>
            </a:xfrm>
            <a:custGeom>
              <a:avLst/>
              <a:gdLst/>
              <a:ahLst/>
              <a:cxnLst/>
              <a:rect l="l" t="t" r="r" b="b"/>
              <a:pathLst>
                <a:path w="4671" h="1" fill="none" extrusionOk="0">
                  <a:moveTo>
                    <a:pt x="1" y="1"/>
                  </a:moveTo>
                  <a:lnTo>
                    <a:pt x="467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8"/>
            <p:cNvSpPr/>
            <p:nvPr/>
          </p:nvSpPr>
          <p:spPr>
            <a:xfrm>
              <a:off x="5479003" y="1978555"/>
              <a:ext cx="26636" cy="73089"/>
            </a:xfrm>
            <a:custGeom>
              <a:avLst/>
              <a:gdLst/>
              <a:ahLst/>
              <a:cxnLst/>
              <a:rect l="l" t="t" r="r" b="b"/>
              <a:pathLst>
                <a:path w="1702" h="4671" fill="none" extrusionOk="0">
                  <a:moveTo>
                    <a:pt x="1701" y="1"/>
                  </a:moveTo>
                  <a:lnTo>
                    <a:pt x="0" y="467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5518673" y="1978555"/>
              <a:ext cx="26636" cy="73089"/>
            </a:xfrm>
            <a:custGeom>
              <a:avLst/>
              <a:gdLst/>
              <a:ahLst/>
              <a:cxnLst/>
              <a:rect l="l" t="t" r="r" b="b"/>
              <a:pathLst>
                <a:path w="1702" h="4671" fill="none" extrusionOk="0">
                  <a:moveTo>
                    <a:pt x="1701" y="1"/>
                  </a:moveTo>
                  <a:lnTo>
                    <a:pt x="0" y="467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5924258" y="1978555"/>
              <a:ext cx="26636" cy="73089"/>
            </a:xfrm>
            <a:custGeom>
              <a:avLst/>
              <a:gdLst/>
              <a:ahLst/>
              <a:cxnLst/>
              <a:rect l="l" t="t" r="r" b="b"/>
              <a:pathLst>
                <a:path w="1702" h="4671" fill="none" extrusionOk="0">
                  <a:moveTo>
                    <a:pt x="1702" y="1"/>
                  </a:moveTo>
                  <a:lnTo>
                    <a:pt x="1" y="467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5963928" y="1978555"/>
              <a:ext cx="26652" cy="73089"/>
            </a:xfrm>
            <a:custGeom>
              <a:avLst/>
              <a:gdLst/>
              <a:ahLst/>
              <a:cxnLst/>
              <a:rect l="l" t="t" r="r" b="b"/>
              <a:pathLst>
                <a:path w="1703" h="4671" fill="none" extrusionOk="0">
                  <a:moveTo>
                    <a:pt x="1702" y="1"/>
                  </a:moveTo>
                  <a:lnTo>
                    <a:pt x="1" y="467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5581831" y="1991606"/>
              <a:ext cx="13584" cy="13582"/>
            </a:xfrm>
            <a:custGeom>
              <a:avLst/>
              <a:gdLst/>
              <a:ahLst/>
              <a:cxnLst/>
              <a:rect l="l" t="t" r="r" b="b"/>
              <a:pathLst>
                <a:path w="868" h="868" fill="none" extrusionOk="0">
                  <a:moveTo>
                    <a:pt x="868" y="434"/>
                  </a:moveTo>
                  <a:cubicBezTo>
                    <a:pt x="868" y="668"/>
                    <a:pt x="668" y="868"/>
                    <a:pt x="434" y="868"/>
                  </a:cubicBezTo>
                  <a:cubicBezTo>
                    <a:pt x="201" y="868"/>
                    <a:pt x="0" y="668"/>
                    <a:pt x="0" y="434"/>
                  </a:cubicBezTo>
                  <a:cubicBezTo>
                    <a:pt x="0" y="201"/>
                    <a:pt x="201" y="1"/>
                    <a:pt x="434" y="1"/>
                  </a:cubicBezTo>
                  <a:cubicBezTo>
                    <a:pt x="668" y="1"/>
                    <a:pt x="868" y="201"/>
                    <a:pt x="868" y="434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5581831" y="2025016"/>
              <a:ext cx="13584" cy="13066"/>
            </a:xfrm>
            <a:custGeom>
              <a:avLst/>
              <a:gdLst/>
              <a:ahLst/>
              <a:cxnLst/>
              <a:rect l="l" t="t" r="r" b="b"/>
              <a:pathLst>
                <a:path w="868" h="835" fill="none" extrusionOk="0">
                  <a:moveTo>
                    <a:pt x="868" y="434"/>
                  </a:moveTo>
                  <a:cubicBezTo>
                    <a:pt x="868" y="668"/>
                    <a:pt x="668" y="834"/>
                    <a:pt x="434" y="834"/>
                  </a:cubicBezTo>
                  <a:cubicBezTo>
                    <a:pt x="201" y="834"/>
                    <a:pt x="0" y="668"/>
                    <a:pt x="0" y="434"/>
                  </a:cubicBezTo>
                  <a:cubicBezTo>
                    <a:pt x="0" y="201"/>
                    <a:pt x="201" y="0"/>
                    <a:pt x="434" y="0"/>
                  </a:cubicBezTo>
                  <a:cubicBezTo>
                    <a:pt x="668" y="0"/>
                    <a:pt x="868" y="201"/>
                    <a:pt x="868" y="434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5638214" y="1971763"/>
              <a:ext cx="60049" cy="86672"/>
            </a:xfrm>
            <a:custGeom>
              <a:avLst/>
              <a:gdLst/>
              <a:ahLst/>
              <a:cxnLst/>
              <a:rect l="l" t="t" r="r" b="b"/>
              <a:pathLst>
                <a:path w="3837" h="5539" fill="none" extrusionOk="0">
                  <a:moveTo>
                    <a:pt x="3836" y="2770"/>
                  </a:moveTo>
                  <a:cubicBezTo>
                    <a:pt x="3836" y="4304"/>
                    <a:pt x="2969" y="5538"/>
                    <a:pt x="1935" y="5538"/>
                  </a:cubicBezTo>
                  <a:cubicBezTo>
                    <a:pt x="867" y="5538"/>
                    <a:pt x="0" y="4304"/>
                    <a:pt x="0" y="2770"/>
                  </a:cubicBezTo>
                  <a:cubicBezTo>
                    <a:pt x="0" y="1235"/>
                    <a:pt x="867" y="1"/>
                    <a:pt x="1935" y="1"/>
                  </a:cubicBezTo>
                  <a:cubicBezTo>
                    <a:pt x="2969" y="1"/>
                    <a:pt x="3836" y="1235"/>
                    <a:pt x="3836" y="277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5731637" y="1971763"/>
              <a:ext cx="59533" cy="86672"/>
            </a:xfrm>
            <a:custGeom>
              <a:avLst/>
              <a:gdLst/>
              <a:ahLst/>
              <a:cxnLst/>
              <a:rect l="l" t="t" r="r" b="b"/>
              <a:pathLst>
                <a:path w="3804" h="5539" fill="none" extrusionOk="0">
                  <a:moveTo>
                    <a:pt x="3804" y="2770"/>
                  </a:moveTo>
                  <a:cubicBezTo>
                    <a:pt x="3804" y="4304"/>
                    <a:pt x="2970" y="5538"/>
                    <a:pt x="1902" y="5538"/>
                  </a:cubicBezTo>
                  <a:cubicBezTo>
                    <a:pt x="835" y="5538"/>
                    <a:pt x="1" y="4304"/>
                    <a:pt x="1" y="2770"/>
                  </a:cubicBezTo>
                  <a:cubicBezTo>
                    <a:pt x="1" y="1235"/>
                    <a:pt x="835" y="1"/>
                    <a:pt x="1902" y="1"/>
                  </a:cubicBezTo>
                  <a:cubicBezTo>
                    <a:pt x="2970" y="1"/>
                    <a:pt x="3804" y="1235"/>
                    <a:pt x="3804" y="277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6338112" y="3427087"/>
              <a:ext cx="28362" cy="1077719"/>
            </a:xfrm>
            <a:custGeom>
              <a:avLst/>
              <a:gdLst/>
              <a:ahLst/>
              <a:cxnLst/>
              <a:rect l="l" t="t" r="r" b="b"/>
              <a:pathLst>
                <a:path w="1502" h="57075" fill="none" extrusionOk="0">
                  <a:moveTo>
                    <a:pt x="1501" y="1"/>
                  </a:moveTo>
                  <a:lnTo>
                    <a:pt x="0" y="5707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6137755" y="3008460"/>
              <a:ext cx="321075" cy="40198"/>
            </a:xfrm>
            <a:custGeom>
              <a:avLst/>
              <a:gdLst/>
              <a:ahLst/>
              <a:cxnLst/>
              <a:rect l="l" t="t" r="r" b="b"/>
              <a:pathLst>
                <a:path w="20516" h="2569" extrusionOk="0">
                  <a:moveTo>
                    <a:pt x="1" y="0"/>
                  </a:moveTo>
                  <a:lnTo>
                    <a:pt x="1" y="2569"/>
                  </a:lnTo>
                  <a:lnTo>
                    <a:pt x="20515" y="2569"/>
                  </a:lnTo>
                  <a:lnTo>
                    <a:pt x="2051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6137755" y="3180189"/>
              <a:ext cx="321075" cy="40214"/>
            </a:xfrm>
            <a:custGeom>
              <a:avLst/>
              <a:gdLst/>
              <a:ahLst/>
              <a:cxnLst/>
              <a:rect l="l" t="t" r="r" b="b"/>
              <a:pathLst>
                <a:path w="20516" h="2570" extrusionOk="0">
                  <a:moveTo>
                    <a:pt x="1" y="1"/>
                  </a:moveTo>
                  <a:lnTo>
                    <a:pt x="1" y="2569"/>
                  </a:lnTo>
                  <a:lnTo>
                    <a:pt x="20515" y="2569"/>
                  </a:lnTo>
                  <a:lnTo>
                    <a:pt x="2051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6522651" y="2894223"/>
              <a:ext cx="1244640" cy="88200"/>
            </a:xfrm>
            <a:custGeom>
              <a:avLst/>
              <a:gdLst/>
              <a:ahLst/>
              <a:cxnLst/>
              <a:rect l="l" t="t" r="r" b="b"/>
              <a:pathLst>
                <a:path w="65915" h="4671" extrusionOk="0">
                  <a:moveTo>
                    <a:pt x="1" y="0"/>
                  </a:moveTo>
                  <a:lnTo>
                    <a:pt x="1" y="4670"/>
                  </a:lnTo>
                  <a:lnTo>
                    <a:pt x="65914" y="4670"/>
                  </a:lnTo>
                  <a:lnTo>
                    <a:pt x="6591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7258974" y="3781077"/>
              <a:ext cx="19" cy="623576"/>
            </a:xfrm>
            <a:custGeom>
              <a:avLst/>
              <a:gdLst/>
              <a:ahLst/>
              <a:cxnLst/>
              <a:rect l="l" t="t" r="r" b="b"/>
              <a:pathLst>
                <a:path w="1" h="33024" fill="none" extrusionOk="0">
                  <a:moveTo>
                    <a:pt x="0" y="0"/>
                  </a:moveTo>
                  <a:lnTo>
                    <a:pt x="0" y="3302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7006401" y="4398346"/>
              <a:ext cx="515247" cy="19"/>
            </a:xfrm>
            <a:custGeom>
              <a:avLst/>
              <a:gdLst/>
              <a:ahLst/>
              <a:cxnLst/>
              <a:rect l="l" t="t" r="r" b="b"/>
              <a:pathLst>
                <a:path w="27287" h="1" fill="none" extrusionOk="0">
                  <a:moveTo>
                    <a:pt x="27286" y="0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6790348" y="2747789"/>
              <a:ext cx="1012215" cy="1066616"/>
            </a:xfrm>
            <a:custGeom>
              <a:avLst/>
              <a:gdLst/>
              <a:ahLst/>
              <a:cxnLst/>
              <a:rect l="l" t="t" r="r" b="b"/>
              <a:pathLst>
                <a:path w="53606" h="56487" extrusionOk="0">
                  <a:moveTo>
                    <a:pt x="42718" y="0"/>
                  </a:moveTo>
                  <a:cubicBezTo>
                    <a:pt x="40129" y="0"/>
                    <a:pt x="37479" y="1135"/>
                    <a:pt x="35359" y="3486"/>
                  </a:cubicBezTo>
                  <a:cubicBezTo>
                    <a:pt x="31456" y="7822"/>
                    <a:pt x="30556" y="13760"/>
                    <a:pt x="29155" y="19197"/>
                  </a:cubicBezTo>
                  <a:cubicBezTo>
                    <a:pt x="27220" y="26636"/>
                    <a:pt x="25285" y="35609"/>
                    <a:pt x="17880" y="39611"/>
                  </a:cubicBezTo>
                  <a:cubicBezTo>
                    <a:pt x="14377" y="41513"/>
                    <a:pt x="10408" y="42147"/>
                    <a:pt x="6672" y="43481"/>
                  </a:cubicBezTo>
                  <a:cubicBezTo>
                    <a:pt x="2803" y="44915"/>
                    <a:pt x="1" y="49719"/>
                    <a:pt x="2769" y="53622"/>
                  </a:cubicBezTo>
                  <a:cubicBezTo>
                    <a:pt x="4337" y="55856"/>
                    <a:pt x="7473" y="56223"/>
                    <a:pt x="10208" y="56357"/>
                  </a:cubicBezTo>
                  <a:cubicBezTo>
                    <a:pt x="12550" y="56445"/>
                    <a:pt x="14892" y="56486"/>
                    <a:pt x="17229" y="56486"/>
                  </a:cubicBezTo>
                  <a:cubicBezTo>
                    <a:pt x="19319" y="56486"/>
                    <a:pt x="21405" y="56453"/>
                    <a:pt x="23484" y="56390"/>
                  </a:cubicBezTo>
                  <a:cubicBezTo>
                    <a:pt x="26519" y="56290"/>
                    <a:pt x="29588" y="56090"/>
                    <a:pt x="32524" y="55289"/>
                  </a:cubicBezTo>
                  <a:cubicBezTo>
                    <a:pt x="34959" y="54656"/>
                    <a:pt x="36660" y="53788"/>
                    <a:pt x="38628" y="52154"/>
                  </a:cubicBezTo>
                  <a:cubicBezTo>
                    <a:pt x="43198" y="48351"/>
                    <a:pt x="46033" y="43247"/>
                    <a:pt x="47901" y="37677"/>
                  </a:cubicBezTo>
                  <a:cubicBezTo>
                    <a:pt x="49669" y="32340"/>
                    <a:pt x="50837" y="26702"/>
                    <a:pt x="51404" y="21132"/>
                  </a:cubicBezTo>
                  <a:cubicBezTo>
                    <a:pt x="51904" y="16195"/>
                    <a:pt x="53605" y="10391"/>
                    <a:pt x="51270" y="5687"/>
                  </a:cubicBezTo>
                  <a:cubicBezTo>
                    <a:pt x="49415" y="1957"/>
                    <a:pt x="46119" y="0"/>
                    <a:pt x="4271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6295909" y="3584737"/>
              <a:ext cx="336354" cy="449668"/>
            </a:xfrm>
            <a:custGeom>
              <a:avLst/>
              <a:gdLst/>
              <a:ahLst/>
              <a:cxnLst/>
              <a:rect l="l" t="t" r="r" b="b"/>
              <a:pathLst>
                <a:path w="17813" h="23814" extrusionOk="0">
                  <a:moveTo>
                    <a:pt x="12477" y="0"/>
                  </a:moveTo>
                  <a:cubicBezTo>
                    <a:pt x="12343" y="0"/>
                    <a:pt x="12209" y="8"/>
                    <a:pt x="12075" y="24"/>
                  </a:cubicBezTo>
                  <a:cubicBezTo>
                    <a:pt x="10207" y="258"/>
                    <a:pt x="9374" y="1359"/>
                    <a:pt x="8540" y="2860"/>
                  </a:cubicBezTo>
                  <a:cubicBezTo>
                    <a:pt x="7572" y="4527"/>
                    <a:pt x="6772" y="6262"/>
                    <a:pt x="6004" y="8063"/>
                  </a:cubicBezTo>
                  <a:cubicBezTo>
                    <a:pt x="4437" y="11599"/>
                    <a:pt x="3136" y="15268"/>
                    <a:pt x="1501" y="18771"/>
                  </a:cubicBezTo>
                  <a:cubicBezTo>
                    <a:pt x="1034" y="19805"/>
                    <a:pt x="0" y="21573"/>
                    <a:pt x="867" y="22640"/>
                  </a:cubicBezTo>
                  <a:cubicBezTo>
                    <a:pt x="1428" y="23353"/>
                    <a:pt x="2882" y="23814"/>
                    <a:pt x="4162" y="23814"/>
                  </a:cubicBezTo>
                  <a:cubicBezTo>
                    <a:pt x="4559" y="23814"/>
                    <a:pt x="4939" y="23769"/>
                    <a:pt x="5271" y="23674"/>
                  </a:cubicBezTo>
                  <a:cubicBezTo>
                    <a:pt x="6238" y="23374"/>
                    <a:pt x="7039" y="22107"/>
                    <a:pt x="7739" y="21406"/>
                  </a:cubicBezTo>
                  <a:cubicBezTo>
                    <a:pt x="8573" y="20472"/>
                    <a:pt x="9407" y="19538"/>
                    <a:pt x="10174" y="18604"/>
                  </a:cubicBezTo>
                  <a:cubicBezTo>
                    <a:pt x="11809" y="16636"/>
                    <a:pt x="13343" y="14601"/>
                    <a:pt x="14777" y="12500"/>
                  </a:cubicBezTo>
                  <a:cubicBezTo>
                    <a:pt x="16345" y="10198"/>
                    <a:pt x="17813" y="7530"/>
                    <a:pt x="17379" y="4761"/>
                  </a:cubicBezTo>
                  <a:cubicBezTo>
                    <a:pt x="17146" y="3293"/>
                    <a:pt x="16345" y="1959"/>
                    <a:pt x="15178" y="1025"/>
                  </a:cubicBezTo>
                  <a:cubicBezTo>
                    <a:pt x="14387" y="410"/>
                    <a:pt x="13441" y="0"/>
                    <a:pt x="1247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6089939" y="3928096"/>
              <a:ext cx="342661" cy="169980"/>
            </a:xfrm>
            <a:custGeom>
              <a:avLst/>
              <a:gdLst/>
              <a:ahLst/>
              <a:cxnLst/>
              <a:rect l="l" t="t" r="r" b="b"/>
              <a:pathLst>
                <a:path w="18147" h="9002" extrusionOk="0">
                  <a:moveTo>
                    <a:pt x="2978" y="0"/>
                  </a:moveTo>
                  <a:cubicBezTo>
                    <a:pt x="2064" y="0"/>
                    <a:pt x="1230" y="235"/>
                    <a:pt x="601" y="921"/>
                  </a:cubicBezTo>
                  <a:cubicBezTo>
                    <a:pt x="201" y="1321"/>
                    <a:pt x="0" y="1955"/>
                    <a:pt x="234" y="2455"/>
                  </a:cubicBezTo>
                  <a:cubicBezTo>
                    <a:pt x="467" y="2889"/>
                    <a:pt x="934" y="3155"/>
                    <a:pt x="1368" y="3356"/>
                  </a:cubicBezTo>
                  <a:cubicBezTo>
                    <a:pt x="5404" y="5290"/>
                    <a:pt x="9541" y="6992"/>
                    <a:pt x="13677" y="8693"/>
                  </a:cubicBezTo>
                  <a:cubicBezTo>
                    <a:pt x="14155" y="8879"/>
                    <a:pt x="14596" y="9001"/>
                    <a:pt x="14979" y="9001"/>
                  </a:cubicBezTo>
                  <a:cubicBezTo>
                    <a:pt x="15558" y="9001"/>
                    <a:pt x="16004" y="8722"/>
                    <a:pt x="16245" y="7959"/>
                  </a:cubicBezTo>
                  <a:cubicBezTo>
                    <a:pt x="16646" y="6558"/>
                    <a:pt x="17480" y="5224"/>
                    <a:pt x="18147" y="3923"/>
                  </a:cubicBezTo>
                  <a:cubicBezTo>
                    <a:pt x="16946" y="3823"/>
                    <a:pt x="15778" y="3589"/>
                    <a:pt x="14678" y="3122"/>
                  </a:cubicBezTo>
                  <a:cubicBezTo>
                    <a:pt x="13543" y="2588"/>
                    <a:pt x="12676" y="1821"/>
                    <a:pt x="12109" y="820"/>
                  </a:cubicBezTo>
                  <a:cubicBezTo>
                    <a:pt x="11642" y="954"/>
                    <a:pt x="11108" y="1187"/>
                    <a:pt x="10775" y="1221"/>
                  </a:cubicBezTo>
                  <a:cubicBezTo>
                    <a:pt x="10594" y="1236"/>
                    <a:pt x="10414" y="1242"/>
                    <a:pt x="10233" y="1242"/>
                  </a:cubicBezTo>
                  <a:cubicBezTo>
                    <a:pt x="9613" y="1242"/>
                    <a:pt x="8993" y="1165"/>
                    <a:pt x="8373" y="1087"/>
                  </a:cubicBezTo>
                  <a:cubicBezTo>
                    <a:pt x="6891" y="910"/>
                    <a:pt x="4778" y="0"/>
                    <a:pt x="297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6684530" y="4016315"/>
              <a:ext cx="220472" cy="417945"/>
            </a:xfrm>
            <a:custGeom>
              <a:avLst/>
              <a:gdLst/>
              <a:ahLst/>
              <a:cxnLst/>
              <a:rect l="l" t="t" r="r" b="b"/>
              <a:pathLst>
                <a:path w="11676" h="22134" extrusionOk="0">
                  <a:moveTo>
                    <a:pt x="8858" y="1"/>
                  </a:moveTo>
                  <a:cubicBezTo>
                    <a:pt x="8383" y="1"/>
                    <a:pt x="7885" y="162"/>
                    <a:pt x="7439" y="385"/>
                  </a:cubicBezTo>
                  <a:cubicBezTo>
                    <a:pt x="6639" y="785"/>
                    <a:pt x="5971" y="1452"/>
                    <a:pt x="5371" y="2153"/>
                  </a:cubicBezTo>
                  <a:cubicBezTo>
                    <a:pt x="3403" y="4588"/>
                    <a:pt x="2436" y="7723"/>
                    <a:pt x="1935" y="10826"/>
                  </a:cubicBezTo>
                  <a:cubicBezTo>
                    <a:pt x="1568" y="13027"/>
                    <a:pt x="1402" y="15195"/>
                    <a:pt x="1168" y="17397"/>
                  </a:cubicBezTo>
                  <a:cubicBezTo>
                    <a:pt x="1001" y="18931"/>
                    <a:pt x="1" y="21133"/>
                    <a:pt x="1869" y="21900"/>
                  </a:cubicBezTo>
                  <a:cubicBezTo>
                    <a:pt x="2248" y="22064"/>
                    <a:pt x="2644" y="22134"/>
                    <a:pt x="3043" y="22134"/>
                  </a:cubicBezTo>
                  <a:cubicBezTo>
                    <a:pt x="3940" y="22134"/>
                    <a:pt x="4853" y="21782"/>
                    <a:pt x="5638" y="21367"/>
                  </a:cubicBezTo>
                  <a:cubicBezTo>
                    <a:pt x="6172" y="21066"/>
                    <a:pt x="6705" y="20733"/>
                    <a:pt x="7106" y="20299"/>
                  </a:cubicBezTo>
                  <a:cubicBezTo>
                    <a:pt x="7139" y="20266"/>
                    <a:pt x="7139" y="20266"/>
                    <a:pt x="7139" y="20266"/>
                  </a:cubicBezTo>
                  <a:cubicBezTo>
                    <a:pt x="7806" y="19499"/>
                    <a:pt x="8140" y="18464"/>
                    <a:pt x="8440" y="17530"/>
                  </a:cubicBezTo>
                  <a:cubicBezTo>
                    <a:pt x="8807" y="16430"/>
                    <a:pt x="9240" y="15396"/>
                    <a:pt x="9607" y="14328"/>
                  </a:cubicBezTo>
                  <a:cubicBezTo>
                    <a:pt x="10408" y="12027"/>
                    <a:pt x="10975" y="9625"/>
                    <a:pt x="11375" y="7223"/>
                  </a:cubicBezTo>
                  <a:cubicBezTo>
                    <a:pt x="11542" y="6022"/>
                    <a:pt x="11676" y="4788"/>
                    <a:pt x="11475" y="3620"/>
                  </a:cubicBezTo>
                  <a:cubicBezTo>
                    <a:pt x="11275" y="2586"/>
                    <a:pt x="10775" y="1319"/>
                    <a:pt x="10074" y="518"/>
                  </a:cubicBezTo>
                  <a:cubicBezTo>
                    <a:pt x="9734" y="145"/>
                    <a:pt x="9306" y="1"/>
                    <a:pt x="88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6602656" y="3399367"/>
              <a:ext cx="568779" cy="867991"/>
            </a:xfrm>
            <a:custGeom>
              <a:avLst/>
              <a:gdLst/>
              <a:ahLst/>
              <a:cxnLst/>
              <a:rect l="l" t="t" r="r" b="b"/>
              <a:pathLst>
                <a:path w="30122" h="45968" fill="none" extrusionOk="0">
                  <a:moveTo>
                    <a:pt x="30122" y="15612"/>
                  </a:moveTo>
                  <a:cubicBezTo>
                    <a:pt x="28854" y="13978"/>
                    <a:pt x="27853" y="12110"/>
                    <a:pt x="26486" y="10642"/>
                  </a:cubicBezTo>
                  <a:cubicBezTo>
                    <a:pt x="25418" y="9508"/>
                    <a:pt x="24418" y="8340"/>
                    <a:pt x="23317" y="7273"/>
                  </a:cubicBezTo>
                  <a:cubicBezTo>
                    <a:pt x="21149" y="5104"/>
                    <a:pt x="18680" y="2769"/>
                    <a:pt x="15745" y="1769"/>
                  </a:cubicBezTo>
                  <a:cubicBezTo>
                    <a:pt x="10641" y="1"/>
                    <a:pt x="7639" y="4437"/>
                    <a:pt x="6738" y="8774"/>
                  </a:cubicBezTo>
                  <a:lnTo>
                    <a:pt x="2869" y="27420"/>
                  </a:lnTo>
                  <a:cubicBezTo>
                    <a:pt x="1768" y="32691"/>
                    <a:pt x="967" y="38061"/>
                    <a:pt x="33" y="43365"/>
                  </a:cubicBezTo>
                  <a:lnTo>
                    <a:pt x="0" y="43399"/>
                  </a:lnTo>
                  <a:cubicBezTo>
                    <a:pt x="534" y="43632"/>
                    <a:pt x="1068" y="43766"/>
                    <a:pt x="1635" y="43932"/>
                  </a:cubicBezTo>
                  <a:cubicBezTo>
                    <a:pt x="2902" y="44299"/>
                    <a:pt x="4236" y="44599"/>
                    <a:pt x="5537" y="44866"/>
                  </a:cubicBezTo>
                  <a:cubicBezTo>
                    <a:pt x="6471" y="45066"/>
                    <a:pt x="7405" y="45267"/>
                    <a:pt x="8339" y="45367"/>
                  </a:cubicBezTo>
                  <a:cubicBezTo>
                    <a:pt x="9574" y="45500"/>
                    <a:pt x="16712" y="45967"/>
                    <a:pt x="16946" y="44533"/>
                  </a:cubicBezTo>
                  <a:cubicBezTo>
                    <a:pt x="18246" y="36894"/>
                    <a:pt x="18680" y="29088"/>
                    <a:pt x="19714" y="21416"/>
                  </a:cubicBezTo>
                  <a:cubicBezTo>
                    <a:pt x="19881" y="20182"/>
                    <a:pt x="20048" y="18881"/>
                    <a:pt x="20748" y="17847"/>
                  </a:cubicBezTo>
                  <a:cubicBezTo>
                    <a:pt x="22349" y="15412"/>
                    <a:pt x="27320" y="15912"/>
                    <a:pt x="29755" y="16212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6515721" y="4354879"/>
              <a:ext cx="331331" cy="184067"/>
            </a:xfrm>
            <a:custGeom>
              <a:avLst/>
              <a:gdLst/>
              <a:ahLst/>
              <a:cxnLst/>
              <a:rect l="l" t="t" r="r" b="b"/>
              <a:pathLst>
                <a:path w="17547" h="9748" extrusionOk="0">
                  <a:moveTo>
                    <a:pt x="17547" y="1"/>
                  </a:moveTo>
                  <a:lnTo>
                    <a:pt x="17547" y="1"/>
                  </a:lnTo>
                  <a:cubicBezTo>
                    <a:pt x="16373" y="757"/>
                    <a:pt x="14523" y="1216"/>
                    <a:pt x="12775" y="1216"/>
                  </a:cubicBezTo>
                  <a:cubicBezTo>
                    <a:pt x="11592" y="1216"/>
                    <a:pt x="10456" y="1006"/>
                    <a:pt x="9608" y="534"/>
                  </a:cubicBezTo>
                  <a:cubicBezTo>
                    <a:pt x="8640" y="2436"/>
                    <a:pt x="6505" y="3437"/>
                    <a:pt x="4504" y="4204"/>
                  </a:cubicBezTo>
                  <a:cubicBezTo>
                    <a:pt x="3437" y="4637"/>
                    <a:pt x="2336" y="5038"/>
                    <a:pt x="1435" y="5738"/>
                  </a:cubicBezTo>
                  <a:cubicBezTo>
                    <a:pt x="1102" y="6005"/>
                    <a:pt x="768" y="6305"/>
                    <a:pt x="535" y="6672"/>
                  </a:cubicBezTo>
                  <a:cubicBezTo>
                    <a:pt x="168" y="7306"/>
                    <a:pt x="1" y="8006"/>
                    <a:pt x="334" y="8640"/>
                  </a:cubicBezTo>
                  <a:cubicBezTo>
                    <a:pt x="701" y="9307"/>
                    <a:pt x="1469" y="9608"/>
                    <a:pt x="2236" y="9708"/>
                  </a:cubicBezTo>
                  <a:cubicBezTo>
                    <a:pt x="2491" y="9735"/>
                    <a:pt x="2747" y="9747"/>
                    <a:pt x="3003" y="9747"/>
                  </a:cubicBezTo>
                  <a:cubicBezTo>
                    <a:pt x="3980" y="9747"/>
                    <a:pt x="4953" y="9573"/>
                    <a:pt x="5905" y="9441"/>
                  </a:cubicBezTo>
                  <a:cubicBezTo>
                    <a:pt x="7740" y="9174"/>
                    <a:pt x="9374" y="8574"/>
                    <a:pt x="11109" y="8040"/>
                  </a:cubicBezTo>
                  <a:cubicBezTo>
                    <a:pt x="13010" y="7439"/>
                    <a:pt x="14945" y="6872"/>
                    <a:pt x="16880" y="6272"/>
                  </a:cubicBezTo>
                  <a:cubicBezTo>
                    <a:pt x="16980" y="6239"/>
                    <a:pt x="17080" y="6205"/>
                    <a:pt x="17146" y="6138"/>
                  </a:cubicBezTo>
                  <a:cubicBezTo>
                    <a:pt x="17180" y="6072"/>
                    <a:pt x="17213" y="5972"/>
                    <a:pt x="17213" y="5872"/>
                  </a:cubicBezTo>
                  <a:cubicBezTo>
                    <a:pt x="17347" y="3904"/>
                    <a:pt x="17313" y="1902"/>
                    <a:pt x="1754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6221588" y="2468460"/>
              <a:ext cx="741988" cy="479540"/>
            </a:xfrm>
            <a:custGeom>
              <a:avLst/>
              <a:gdLst/>
              <a:ahLst/>
              <a:cxnLst/>
              <a:rect l="l" t="t" r="r" b="b"/>
              <a:pathLst>
                <a:path w="39295" h="25396" extrusionOk="0">
                  <a:moveTo>
                    <a:pt x="3123" y="1"/>
                  </a:moveTo>
                  <a:cubicBezTo>
                    <a:pt x="2418" y="1"/>
                    <a:pt x="1730" y="173"/>
                    <a:pt x="1134" y="566"/>
                  </a:cubicBezTo>
                  <a:cubicBezTo>
                    <a:pt x="667" y="866"/>
                    <a:pt x="267" y="1333"/>
                    <a:pt x="167" y="1867"/>
                  </a:cubicBezTo>
                  <a:cubicBezTo>
                    <a:pt x="0" y="2734"/>
                    <a:pt x="600" y="3601"/>
                    <a:pt x="1401" y="4002"/>
                  </a:cubicBezTo>
                  <a:cubicBezTo>
                    <a:pt x="1911" y="4257"/>
                    <a:pt x="2583" y="4480"/>
                    <a:pt x="3214" y="4480"/>
                  </a:cubicBezTo>
                  <a:cubicBezTo>
                    <a:pt x="3490" y="4480"/>
                    <a:pt x="3759" y="4437"/>
                    <a:pt x="4003" y="4335"/>
                  </a:cubicBezTo>
                  <a:cubicBezTo>
                    <a:pt x="4003" y="4369"/>
                    <a:pt x="4036" y="4402"/>
                    <a:pt x="4036" y="4435"/>
                  </a:cubicBezTo>
                  <a:cubicBezTo>
                    <a:pt x="5004" y="6504"/>
                    <a:pt x="5604" y="8839"/>
                    <a:pt x="6338" y="11007"/>
                  </a:cubicBezTo>
                  <a:cubicBezTo>
                    <a:pt x="7372" y="13909"/>
                    <a:pt x="8406" y="16878"/>
                    <a:pt x="10174" y="19413"/>
                  </a:cubicBezTo>
                  <a:cubicBezTo>
                    <a:pt x="12476" y="22782"/>
                    <a:pt x="15878" y="24750"/>
                    <a:pt x="19948" y="25017"/>
                  </a:cubicBezTo>
                  <a:cubicBezTo>
                    <a:pt x="22119" y="25167"/>
                    <a:pt x="24492" y="25396"/>
                    <a:pt x="26856" y="25396"/>
                  </a:cubicBezTo>
                  <a:cubicBezTo>
                    <a:pt x="30265" y="25396"/>
                    <a:pt x="33655" y="24920"/>
                    <a:pt x="36393" y="23049"/>
                  </a:cubicBezTo>
                  <a:cubicBezTo>
                    <a:pt x="37427" y="22348"/>
                    <a:pt x="38361" y="21448"/>
                    <a:pt x="38828" y="20313"/>
                  </a:cubicBezTo>
                  <a:cubicBezTo>
                    <a:pt x="39295" y="19146"/>
                    <a:pt x="39161" y="17712"/>
                    <a:pt x="38294" y="16811"/>
                  </a:cubicBezTo>
                  <a:cubicBezTo>
                    <a:pt x="37594" y="16110"/>
                    <a:pt x="36559" y="15844"/>
                    <a:pt x="35592" y="15677"/>
                  </a:cubicBezTo>
                  <a:cubicBezTo>
                    <a:pt x="30889" y="14910"/>
                    <a:pt x="26085" y="14876"/>
                    <a:pt x="21315" y="14676"/>
                  </a:cubicBezTo>
                  <a:cubicBezTo>
                    <a:pt x="19981" y="14609"/>
                    <a:pt x="18647" y="14576"/>
                    <a:pt x="17412" y="14109"/>
                  </a:cubicBezTo>
                  <a:cubicBezTo>
                    <a:pt x="14744" y="13142"/>
                    <a:pt x="13043" y="10606"/>
                    <a:pt x="11508" y="8205"/>
                  </a:cubicBezTo>
                  <a:cubicBezTo>
                    <a:pt x="10808" y="7137"/>
                    <a:pt x="10141" y="6070"/>
                    <a:pt x="9440" y="4969"/>
                  </a:cubicBezTo>
                  <a:cubicBezTo>
                    <a:pt x="8506" y="3501"/>
                    <a:pt x="7505" y="1967"/>
                    <a:pt x="6071" y="966"/>
                  </a:cubicBezTo>
                  <a:cubicBezTo>
                    <a:pt x="5219" y="372"/>
                    <a:pt x="4154" y="1"/>
                    <a:pt x="312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6925773" y="2364399"/>
              <a:ext cx="260144" cy="377008"/>
            </a:xfrm>
            <a:custGeom>
              <a:avLst/>
              <a:gdLst/>
              <a:ahLst/>
              <a:cxnLst/>
              <a:rect l="l" t="t" r="r" b="b"/>
              <a:pathLst>
                <a:path w="13777" h="19966" extrusionOk="0">
                  <a:moveTo>
                    <a:pt x="5876" y="0"/>
                  </a:moveTo>
                  <a:cubicBezTo>
                    <a:pt x="5538" y="0"/>
                    <a:pt x="5184" y="56"/>
                    <a:pt x="4770" y="173"/>
                  </a:cubicBezTo>
                  <a:cubicBezTo>
                    <a:pt x="3803" y="440"/>
                    <a:pt x="3069" y="273"/>
                    <a:pt x="2202" y="873"/>
                  </a:cubicBezTo>
                  <a:cubicBezTo>
                    <a:pt x="734" y="1907"/>
                    <a:pt x="200" y="3508"/>
                    <a:pt x="134" y="5210"/>
                  </a:cubicBezTo>
                  <a:cubicBezTo>
                    <a:pt x="34" y="7378"/>
                    <a:pt x="0" y="9913"/>
                    <a:pt x="934" y="11948"/>
                  </a:cubicBezTo>
                  <a:cubicBezTo>
                    <a:pt x="1235" y="12582"/>
                    <a:pt x="1702" y="13182"/>
                    <a:pt x="2302" y="13516"/>
                  </a:cubicBezTo>
                  <a:cubicBezTo>
                    <a:pt x="2836" y="13849"/>
                    <a:pt x="3603" y="14049"/>
                    <a:pt x="3970" y="14583"/>
                  </a:cubicBezTo>
                  <a:cubicBezTo>
                    <a:pt x="4437" y="15250"/>
                    <a:pt x="4270" y="16451"/>
                    <a:pt x="3936" y="17118"/>
                  </a:cubicBezTo>
                  <a:cubicBezTo>
                    <a:pt x="3836" y="17318"/>
                    <a:pt x="3670" y="17552"/>
                    <a:pt x="3469" y="17685"/>
                  </a:cubicBezTo>
                  <a:cubicBezTo>
                    <a:pt x="4103" y="18352"/>
                    <a:pt x="4837" y="18919"/>
                    <a:pt x="5671" y="19320"/>
                  </a:cubicBezTo>
                  <a:cubicBezTo>
                    <a:pt x="6577" y="19758"/>
                    <a:pt x="7611" y="19966"/>
                    <a:pt x="8638" y="19966"/>
                  </a:cubicBezTo>
                  <a:cubicBezTo>
                    <a:pt x="8783" y="19966"/>
                    <a:pt x="8929" y="19962"/>
                    <a:pt x="9073" y="19954"/>
                  </a:cubicBezTo>
                  <a:cubicBezTo>
                    <a:pt x="10741" y="19853"/>
                    <a:pt x="12409" y="19253"/>
                    <a:pt x="13710" y="18186"/>
                  </a:cubicBezTo>
                  <a:cubicBezTo>
                    <a:pt x="12943" y="18019"/>
                    <a:pt x="12276" y="17385"/>
                    <a:pt x="11942" y="16651"/>
                  </a:cubicBezTo>
                  <a:cubicBezTo>
                    <a:pt x="11575" y="15817"/>
                    <a:pt x="11542" y="14883"/>
                    <a:pt x="11642" y="13983"/>
                  </a:cubicBezTo>
                  <a:cubicBezTo>
                    <a:pt x="12009" y="10046"/>
                    <a:pt x="13777" y="5110"/>
                    <a:pt x="10141" y="2107"/>
                  </a:cubicBezTo>
                  <a:cubicBezTo>
                    <a:pt x="9340" y="1440"/>
                    <a:pt x="8473" y="840"/>
                    <a:pt x="7539" y="406"/>
                  </a:cubicBezTo>
                  <a:cubicBezTo>
                    <a:pt x="6906" y="141"/>
                    <a:pt x="6410" y="0"/>
                    <a:pt x="587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6867823" y="2294817"/>
              <a:ext cx="340772" cy="293585"/>
            </a:xfrm>
            <a:custGeom>
              <a:avLst/>
              <a:gdLst/>
              <a:ahLst/>
              <a:cxnLst/>
              <a:rect l="l" t="t" r="r" b="b"/>
              <a:pathLst>
                <a:path w="18047" h="15548" extrusionOk="0">
                  <a:moveTo>
                    <a:pt x="10012" y="0"/>
                  </a:moveTo>
                  <a:cubicBezTo>
                    <a:pt x="9825" y="0"/>
                    <a:pt x="9641" y="38"/>
                    <a:pt x="9474" y="122"/>
                  </a:cubicBezTo>
                  <a:cubicBezTo>
                    <a:pt x="9240" y="255"/>
                    <a:pt x="9007" y="455"/>
                    <a:pt x="8740" y="555"/>
                  </a:cubicBezTo>
                  <a:cubicBezTo>
                    <a:pt x="8597" y="614"/>
                    <a:pt x="8447" y="637"/>
                    <a:pt x="8293" y="637"/>
                  </a:cubicBezTo>
                  <a:cubicBezTo>
                    <a:pt x="7840" y="637"/>
                    <a:pt x="7354" y="438"/>
                    <a:pt x="6905" y="389"/>
                  </a:cubicBezTo>
                  <a:cubicBezTo>
                    <a:pt x="6834" y="382"/>
                    <a:pt x="6762" y="378"/>
                    <a:pt x="6691" y="378"/>
                  </a:cubicBezTo>
                  <a:cubicBezTo>
                    <a:pt x="6064" y="378"/>
                    <a:pt x="5453" y="636"/>
                    <a:pt x="5004" y="1056"/>
                  </a:cubicBezTo>
                  <a:cubicBezTo>
                    <a:pt x="4637" y="1456"/>
                    <a:pt x="4404" y="1956"/>
                    <a:pt x="3937" y="2223"/>
                  </a:cubicBezTo>
                  <a:cubicBezTo>
                    <a:pt x="3470" y="2523"/>
                    <a:pt x="2869" y="2490"/>
                    <a:pt x="2302" y="2624"/>
                  </a:cubicBezTo>
                  <a:cubicBezTo>
                    <a:pt x="901" y="2990"/>
                    <a:pt x="0" y="4725"/>
                    <a:pt x="534" y="6126"/>
                  </a:cubicBezTo>
                  <a:cubicBezTo>
                    <a:pt x="930" y="7208"/>
                    <a:pt x="2078" y="7914"/>
                    <a:pt x="3233" y="7914"/>
                  </a:cubicBezTo>
                  <a:cubicBezTo>
                    <a:pt x="3538" y="7914"/>
                    <a:pt x="3844" y="7865"/>
                    <a:pt x="4137" y="7761"/>
                  </a:cubicBezTo>
                  <a:cubicBezTo>
                    <a:pt x="4437" y="7660"/>
                    <a:pt x="4737" y="7494"/>
                    <a:pt x="5037" y="7327"/>
                  </a:cubicBezTo>
                  <a:cubicBezTo>
                    <a:pt x="5404" y="7093"/>
                    <a:pt x="5771" y="6860"/>
                    <a:pt x="6172" y="6760"/>
                  </a:cubicBezTo>
                  <a:cubicBezTo>
                    <a:pt x="6328" y="6703"/>
                    <a:pt x="6550" y="6664"/>
                    <a:pt x="6777" y="6664"/>
                  </a:cubicBezTo>
                  <a:cubicBezTo>
                    <a:pt x="7084" y="6664"/>
                    <a:pt x="7400" y="6735"/>
                    <a:pt x="7573" y="6927"/>
                  </a:cubicBezTo>
                  <a:cubicBezTo>
                    <a:pt x="7806" y="7193"/>
                    <a:pt x="7639" y="7427"/>
                    <a:pt x="7639" y="7727"/>
                  </a:cubicBezTo>
                  <a:cubicBezTo>
                    <a:pt x="7589" y="8433"/>
                    <a:pt x="7881" y="8872"/>
                    <a:pt x="8430" y="8872"/>
                  </a:cubicBezTo>
                  <a:cubicBezTo>
                    <a:pt x="8607" y="8872"/>
                    <a:pt x="8812" y="8826"/>
                    <a:pt x="9040" y="8728"/>
                  </a:cubicBezTo>
                  <a:cubicBezTo>
                    <a:pt x="9367" y="8588"/>
                    <a:pt x="9726" y="8415"/>
                    <a:pt x="10060" y="8415"/>
                  </a:cubicBezTo>
                  <a:cubicBezTo>
                    <a:pt x="10205" y="8415"/>
                    <a:pt x="10344" y="8447"/>
                    <a:pt x="10475" y="8528"/>
                  </a:cubicBezTo>
                  <a:cubicBezTo>
                    <a:pt x="11108" y="8895"/>
                    <a:pt x="10675" y="9562"/>
                    <a:pt x="10775" y="10096"/>
                  </a:cubicBezTo>
                  <a:cubicBezTo>
                    <a:pt x="10908" y="10863"/>
                    <a:pt x="11309" y="11763"/>
                    <a:pt x="11675" y="12431"/>
                  </a:cubicBezTo>
                  <a:cubicBezTo>
                    <a:pt x="12209" y="13331"/>
                    <a:pt x="12810" y="14365"/>
                    <a:pt x="13644" y="15032"/>
                  </a:cubicBezTo>
                  <a:cubicBezTo>
                    <a:pt x="14112" y="15394"/>
                    <a:pt x="14502" y="15547"/>
                    <a:pt x="14830" y="15547"/>
                  </a:cubicBezTo>
                  <a:cubicBezTo>
                    <a:pt x="16347" y="15547"/>
                    <a:pt x="16555" y="12278"/>
                    <a:pt x="17213" y="11263"/>
                  </a:cubicBezTo>
                  <a:cubicBezTo>
                    <a:pt x="17413" y="10896"/>
                    <a:pt x="17680" y="10563"/>
                    <a:pt x="17780" y="10162"/>
                  </a:cubicBezTo>
                  <a:cubicBezTo>
                    <a:pt x="18047" y="9228"/>
                    <a:pt x="17380" y="8394"/>
                    <a:pt x="16712" y="7660"/>
                  </a:cubicBezTo>
                  <a:cubicBezTo>
                    <a:pt x="16612" y="7527"/>
                    <a:pt x="16512" y="7427"/>
                    <a:pt x="16412" y="7294"/>
                  </a:cubicBezTo>
                  <a:cubicBezTo>
                    <a:pt x="16312" y="7193"/>
                    <a:pt x="16245" y="7093"/>
                    <a:pt x="16212" y="6960"/>
                  </a:cubicBezTo>
                  <a:cubicBezTo>
                    <a:pt x="16145" y="6593"/>
                    <a:pt x="16846" y="5926"/>
                    <a:pt x="16946" y="5459"/>
                  </a:cubicBezTo>
                  <a:cubicBezTo>
                    <a:pt x="17113" y="4658"/>
                    <a:pt x="16746" y="3691"/>
                    <a:pt x="16212" y="3091"/>
                  </a:cubicBezTo>
                  <a:cubicBezTo>
                    <a:pt x="15616" y="2381"/>
                    <a:pt x="14707" y="1986"/>
                    <a:pt x="13792" y="1986"/>
                  </a:cubicBezTo>
                  <a:cubicBezTo>
                    <a:pt x="13631" y="1986"/>
                    <a:pt x="13470" y="1998"/>
                    <a:pt x="13310" y="2023"/>
                  </a:cubicBezTo>
                  <a:cubicBezTo>
                    <a:pt x="13017" y="2086"/>
                    <a:pt x="12711" y="2175"/>
                    <a:pt x="12425" y="2175"/>
                  </a:cubicBezTo>
                  <a:cubicBezTo>
                    <a:pt x="12255" y="2175"/>
                    <a:pt x="12092" y="2143"/>
                    <a:pt x="11942" y="2056"/>
                  </a:cubicBezTo>
                  <a:cubicBezTo>
                    <a:pt x="11342" y="1690"/>
                    <a:pt x="11609" y="956"/>
                    <a:pt x="11142" y="455"/>
                  </a:cubicBezTo>
                  <a:cubicBezTo>
                    <a:pt x="10844" y="181"/>
                    <a:pt x="10421" y="0"/>
                    <a:pt x="1001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8"/>
            <p:cNvSpPr/>
            <p:nvPr/>
          </p:nvSpPr>
          <p:spPr>
            <a:xfrm>
              <a:off x="7056780" y="2481168"/>
              <a:ext cx="77494" cy="80496"/>
            </a:xfrm>
            <a:custGeom>
              <a:avLst/>
              <a:gdLst/>
              <a:ahLst/>
              <a:cxnLst/>
              <a:rect l="l" t="t" r="r" b="b"/>
              <a:pathLst>
                <a:path w="4104" h="4263" extrusionOk="0">
                  <a:moveTo>
                    <a:pt x="1732" y="0"/>
                  </a:moveTo>
                  <a:cubicBezTo>
                    <a:pt x="1338" y="0"/>
                    <a:pt x="952" y="120"/>
                    <a:pt x="634" y="393"/>
                  </a:cubicBezTo>
                  <a:cubicBezTo>
                    <a:pt x="368" y="627"/>
                    <a:pt x="167" y="927"/>
                    <a:pt x="1" y="1261"/>
                  </a:cubicBezTo>
                  <a:lnTo>
                    <a:pt x="2703" y="4263"/>
                  </a:lnTo>
                  <a:cubicBezTo>
                    <a:pt x="3303" y="4063"/>
                    <a:pt x="3770" y="3496"/>
                    <a:pt x="3937" y="2895"/>
                  </a:cubicBezTo>
                  <a:cubicBezTo>
                    <a:pt x="4104" y="2295"/>
                    <a:pt x="4003" y="1694"/>
                    <a:pt x="3737" y="1194"/>
                  </a:cubicBezTo>
                  <a:cubicBezTo>
                    <a:pt x="3378" y="499"/>
                    <a:pt x="2538" y="0"/>
                    <a:pt x="173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8"/>
            <p:cNvSpPr/>
            <p:nvPr/>
          </p:nvSpPr>
          <p:spPr>
            <a:xfrm>
              <a:off x="7056780" y="2472841"/>
              <a:ext cx="77494" cy="88823"/>
            </a:xfrm>
            <a:custGeom>
              <a:avLst/>
              <a:gdLst/>
              <a:ahLst/>
              <a:cxnLst/>
              <a:rect l="l" t="t" r="r" b="b"/>
              <a:pathLst>
                <a:path w="4104" h="4704" fill="none" extrusionOk="0">
                  <a:moveTo>
                    <a:pt x="1" y="1702"/>
                  </a:moveTo>
                  <a:cubicBezTo>
                    <a:pt x="167" y="1368"/>
                    <a:pt x="368" y="1068"/>
                    <a:pt x="634" y="834"/>
                  </a:cubicBezTo>
                  <a:cubicBezTo>
                    <a:pt x="1602" y="0"/>
                    <a:pt x="3203" y="601"/>
                    <a:pt x="3737" y="1635"/>
                  </a:cubicBezTo>
                  <a:cubicBezTo>
                    <a:pt x="4003" y="2135"/>
                    <a:pt x="4104" y="2736"/>
                    <a:pt x="3937" y="3336"/>
                  </a:cubicBezTo>
                  <a:cubicBezTo>
                    <a:pt x="3770" y="3937"/>
                    <a:pt x="3303" y="4504"/>
                    <a:pt x="2703" y="4704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7291716" y="3035313"/>
              <a:ext cx="51681" cy="97641"/>
            </a:xfrm>
            <a:custGeom>
              <a:avLst/>
              <a:gdLst/>
              <a:ahLst/>
              <a:cxnLst/>
              <a:rect l="l" t="t" r="r" b="b"/>
              <a:pathLst>
                <a:path w="2737" h="5171" fill="none" extrusionOk="0">
                  <a:moveTo>
                    <a:pt x="2736" y="5171"/>
                  </a:moveTo>
                  <a:cubicBezTo>
                    <a:pt x="1769" y="3236"/>
                    <a:pt x="901" y="2002"/>
                    <a:pt x="1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6965445" y="2561645"/>
              <a:ext cx="35933" cy="10725"/>
            </a:xfrm>
            <a:custGeom>
              <a:avLst/>
              <a:gdLst/>
              <a:ahLst/>
              <a:cxnLst/>
              <a:rect l="l" t="t" r="r" b="b"/>
              <a:pathLst>
                <a:path w="1903" h="568" fill="none" extrusionOk="0">
                  <a:moveTo>
                    <a:pt x="1" y="501"/>
                  </a:moveTo>
                  <a:cubicBezTo>
                    <a:pt x="668" y="568"/>
                    <a:pt x="1335" y="368"/>
                    <a:pt x="1902" y="1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8"/>
            <p:cNvSpPr/>
            <p:nvPr/>
          </p:nvSpPr>
          <p:spPr>
            <a:xfrm>
              <a:off x="7068751" y="2497407"/>
              <a:ext cx="49774" cy="23943"/>
            </a:xfrm>
            <a:custGeom>
              <a:avLst/>
              <a:gdLst/>
              <a:ahLst/>
              <a:cxnLst/>
              <a:rect l="l" t="t" r="r" b="b"/>
              <a:pathLst>
                <a:path w="2636" h="1268" fill="none" extrusionOk="0">
                  <a:moveTo>
                    <a:pt x="2636" y="1268"/>
                  </a:moveTo>
                  <a:cubicBezTo>
                    <a:pt x="2369" y="501"/>
                    <a:pt x="1535" y="0"/>
                    <a:pt x="768" y="134"/>
                  </a:cubicBezTo>
                  <a:cubicBezTo>
                    <a:pt x="434" y="200"/>
                    <a:pt x="100" y="367"/>
                    <a:pt x="0" y="667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8"/>
            <p:cNvSpPr/>
            <p:nvPr/>
          </p:nvSpPr>
          <p:spPr>
            <a:xfrm>
              <a:off x="7090787" y="2500560"/>
              <a:ext cx="11990" cy="27720"/>
            </a:xfrm>
            <a:custGeom>
              <a:avLst/>
              <a:gdLst/>
              <a:ahLst/>
              <a:cxnLst/>
              <a:rect l="l" t="t" r="r" b="b"/>
              <a:pathLst>
                <a:path w="635" h="1468" fill="none" extrusionOk="0">
                  <a:moveTo>
                    <a:pt x="1" y="0"/>
                  </a:moveTo>
                  <a:cubicBezTo>
                    <a:pt x="468" y="300"/>
                    <a:pt x="635" y="1001"/>
                    <a:pt x="334" y="1468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8"/>
            <p:cNvSpPr/>
            <p:nvPr/>
          </p:nvSpPr>
          <p:spPr>
            <a:xfrm>
              <a:off x="6928284" y="3118453"/>
              <a:ext cx="822635" cy="709246"/>
            </a:xfrm>
            <a:custGeom>
              <a:avLst/>
              <a:gdLst/>
              <a:ahLst/>
              <a:cxnLst/>
              <a:rect l="l" t="t" r="r" b="b"/>
              <a:pathLst>
                <a:path w="43566" h="37561" fill="none" extrusionOk="0">
                  <a:moveTo>
                    <a:pt x="43565" y="10808"/>
                  </a:moveTo>
                  <a:cubicBezTo>
                    <a:pt x="24885" y="1"/>
                    <a:pt x="1" y="19414"/>
                    <a:pt x="10008" y="37561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7742082" y="3427087"/>
              <a:ext cx="28362" cy="1077719"/>
            </a:xfrm>
            <a:custGeom>
              <a:avLst/>
              <a:gdLst/>
              <a:ahLst/>
              <a:cxnLst/>
              <a:rect l="l" t="t" r="r" b="b"/>
              <a:pathLst>
                <a:path w="1502" h="57075" fill="none" extrusionOk="0">
                  <a:moveTo>
                    <a:pt x="0" y="1"/>
                  </a:moveTo>
                  <a:lnTo>
                    <a:pt x="1501" y="5707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6501238" y="3359053"/>
              <a:ext cx="680280" cy="30892"/>
            </a:xfrm>
            <a:custGeom>
              <a:avLst/>
              <a:gdLst/>
              <a:ahLst/>
              <a:cxnLst/>
              <a:rect l="l" t="t" r="r" b="b"/>
              <a:pathLst>
                <a:path w="36027" h="1636" extrusionOk="0">
                  <a:moveTo>
                    <a:pt x="835" y="1"/>
                  </a:moveTo>
                  <a:cubicBezTo>
                    <a:pt x="368" y="1"/>
                    <a:pt x="1" y="368"/>
                    <a:pt x="1" y="802"/>
                  </a:cubicBezTo>
                  <a:cubicBezTo>
                    <a:pt x="1" y="1269"/>
                    <a:pt x="368" y="1635"/>
                    <a:pt x="835" y="1635"/>
                  </a:cubicBezTo>
                  <a:lnTo>
                    <a:pt x="35226" y="1635"/>
                  </a:lnTo>
                  <a:cubicBezTo>
                    <a:pt x="35659" y="1635"/>
                    <a:pt x="36026" y="1269"/>
                    <a:pt x="36026" y="802"/>
                  </a:cubicBezTo>
                  <a:cubicBezTo>
                    <a:pt x="36026" y="368"/>
                    <a:pt x="35659" y="1"/>
                    <a:pt x="3522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6214016" y="2516308"/>
              <a:ext cx="84424" cy="36783"/>
            </a:xfrm>
            <a:custGeom>
              <a:avLst/>
              <a:gdLst/>
              <a:ahLst/>
              <a:cxnLst/>
              <a:rect l="l" t="t" r="r" b="b"/>
              <a:pathLst>
                <a:path w="4471" h="1948" extrusionOk="0">
                  <a:moveTo>
                    <a:pt x="3803" y="0"/>
                  </a:moveTo>
                  <a:cubicBezTo>
                    <a:pt x="3023" y="510"/>
                    <a:pt x="2108" y="777"/>
                    <a:pt x="1204" y="777"/>
                  </a:cubicBezTo>
                  <a:cubicBezTo>
                    <a:pt x="1103" y="777"/>
                    <a:pt x="1002" y="774"/>
                    <a:pt x="901" y="767"/>
                  </a:cubicBezTo>
                  <a:cubicBezTo>
                    <a:pt x="842" y="767"/>
                    <a:pt x="780" y="766"/>
                    <a:pt x="717" y="766"/>
                  </a:cubicBezTo>
                  <a:cubicBezTo>
                    <a:pt x="496" y="766"/>
                    <a:pt x="271" y="786"/>
                    <a:pt x="168" y="967"/>
                  </a:cubicBezTo>
                  <a:cubicBezTo>
                    <a:pt x="1" y="1134"/>
                    <a:pt x="101" y="1434"/>
                    <a:pt x="268" y="1601"/>
                  </a:cubicBezTo>
                  <a:cubicBezTo>
                    <a:pt x="468" y="1768"/>
                    <a:pt x="701" y="1801"/>
                    <a:pt x="935" y="1835"/>
                  </a:cubicBezTo>
                  <a:cubicBezTo>
                    <a:pt x="1410" y="1916"/>
                    <a:pt x="1890" y="1948"/>
                    <a:pt x="2372" y="1948"/>
                  </a:cubicBezTo>
                  <a:cubicBezTo>
                    <a:pt x="3074" y="1948"/>
                    <a:pt x="3778" y="1880"/>
                    <a:pt x="4471" y="1801"/>
                  </a:cubicBezTo>
                  <a:lnTo>
                    <a:pt x="3803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6214016" y="2516308"/>
              <a:ext cx="84424" cy="38426"/>
            </a:xfrm>
            <a:custGeom>
              <a:avLst/>
              <a:gdLst/>
              <a:ahLst/>
              <a:cxnLst/>
              <a:rect l="l" t="t" r="r" b="b"/>
              <a:pathLst>
                <a:path w="4471" h="2035" fill="none" extrusionOk="0">
                  <a:moveTo>
                    <a:pt x="4471" y="1801"/>
                  </a:moveTo>
                  <a:cubicBezTo>
                    <a:pt x="3303" y="1935"/>
                    <a:pt x="2102" y="2035"/>
                    <a:pt x="935" y="1835"/>
                  </a:cubicBezTo>
                  <a:cubicBezTo>
                    <a:pt x="701" y="1801"/>
                    <a:pt x="468" y="1768"/>
                    <a:pt x="268" y="1601"/>
                  </a:cubicBezTo>
                  <a:cubicBezTo>
                    <a:pt x="101" y="1434"/>
                    <a:pt x="1" y="1134"/>
                    <a:pt x="168" y="967"/>
                  </a:cubicBezTo>
                  <a:cubicBezTo>
                    <a:pt x="301" y="734"/>
                    <a:pt x="635" y="767"/>
                    <a:pt x="901" y="767"/>
                  </a:cubicBezTo>
                  <a:cubicBezTo>
                    <a:pt x="1902" y="834"/>
                    <a:pt x="2936" y="567"/>
                    <a:pt x="3803" y="0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7090164" y="3088845"/>
              <a:ext cx="527841" cy="331954"/>
            </a:xfrm>
            <a:custGeom>
              <a:avLst/>
              <a:gdLst/>
              <a:ahLst/>
              <a:cxnLst/>
              <a:rect l="l" t="t" r="r" b="b"/>
              <a:pathLst>
                <a:path w="27954" h="17580" fill="none" extrusionOk="0">
                  <a:moveTo>
                    <a:pt x="18747" y="5671"/>
                  </a:moveTo>
                  <a:cubicBezTo>
                    <a:pt x="15979" y="4671"/>
                    <a:pt x="13243" y="3703"/>
                    <a:pt x="10475" y="2736"/>
                  </a:cubicBezTo>
                  <a:cubicBezTo>
                    <a:pt x="8940" y="2169"/>
                    <a:pt x="7406" y="1569"/>
                    <a:pt x="5871" y="1068"/>
                  </a:cubicBezTo>
                  <a:cubicBezTo>
                    <a:pt x="4370" y="568"/>
                    <a:pt x="2836" y="1"/>
                    <a:pt x="1268" y="468"/>
                  </a:cubicBezTo>
                  <a:cubicBezTo>
                    <a:pt x="1001" y="568"/>
                    <a:pt x="734" y="701"/>
                    <a:pt x="534" y="935"/>
                  </a:cubicBezTo>
                  <a:cubicBezTo>
                    <a:pt x="1" y="1635"/>
                    <a:pt x="901" y="1802"/>
                    <a:pt x="1402" y="1869"/>
                  </a:cubicBezTo>
                  <a:cubicBezTo>
                    <a:pt x="1001" y="1835"/>
                    <a:pt x="668" y="2269"/>
                    <a:pt x="768" y="2669"/>
                  </a:cubicBezTo>
                  <a:cubicBezTo>
                    <a:pt x="868" y="3036"/>
                    <a:pt x="1301" y="3270"/>
                    <a:pt x="1702" y="3170"/>
                  </a:cubicBezTo>
                  <a:cubicBezTo>
                    <a:pt x="1468" y="3303"/>
                    <a:pt x="1201" y="3503"/>
                    <a:pt x="1235" y="3770"/>
                  </a:cubicBezTo>
                  <a:cubicBezTo>
                    <a:pt x="1268" y="4137"/>
                    <a:pt x="1702" y="4270"/>
                    <a:pt x="2069" y="4304"/>
                  </a:cubicBezTo>
                  <a:cubicBezTo>
                    <a:pt x="1668" y="4371"/>
                    <a:pt x="1535" y="4838"/>
                    <a:pt x="1735" y="5138"/>
                  </a:cubicBezTo>
                  <a:cubicBezTo>
                    <a:pt x="1969" y="5438"/>
                    <a:pt x="2402" y="5505"/>
                    <a:pt x="2736" y="5538"/>
                  </a:cubicBezTo>
                  <a:cubicBezTo>
                    <a:pt x="3903" y="5671"/>
                    <a:pt x="5104" y="5738"/>
                    <a:pt x="6305" y="5671"/>
                  </a:cubicBezTo>
                  <a:cubicBezTo>
                    <a:pt x="6372" y="5671"/>
                    <a:pt x="6438" y="5671"/>
                    <a:pt x="6505" y="5705"/>
                  </a:cubicBezTo>
                  <a:cubicBezTo>
                    <a:pt x="6539" y="5705"/>
                    <a:pt x="6605" y="5738"/>
                    <a:pt x="6639" y="5805"/>
                  </a:cubicBezTo>
                  <a:cubicBezTo>
                    <a:pt x="7573" y="6572"/>
                    <a:pt x="8540" y="7339"/>
                    <a:pt x="9541" y="8073"/>
                  </a:cubicBezTo>
                  <a:cubicBezTo>
                    <a:pt x="10441" y="8740"/>
                    <a:pt x="11242" y="9708"/>
                    <a:pt x="12076" y="10508"/>
                  </a:cubicBezTo>
                  <a:cubicBezTo>
                    <a:pt x="13477" y="11843"/>
                    <a:pt x="14844" y="13277"/>
                    <a:pt x="16346" y="14444"/>
                  </a:cubicBezTo>
                  <a:cubicBezTo>
                    <a:pt x="16546" y="14611"/>
                    <a:pt x="16746" y="14778"/>
                    <a:pt x="16946" y="14945"/>
                  </a:cubicBezTo>
                  <a:cubicBezTo>
                    <a:pt x="18647" y="16212"/>
                    <a:pt x="20749" y="17213"/>
                    <a:pt x="22884" y="17413"/>
                  </a:cubicBezTo>
                  <a:cubicBezTo>
                    <a:pt x="24952" y="17580"/>
                    <a:pt x="27487" y="16513"/>
                    <a:pt x="27854" y="14211"/>
                  </a:cubicBezTo>
                  <a:cubicBezTo>
                    <a:pt x="27954" y="13544"/>
                    <a:pt x="27854" y="12877"/>
                    <a:pt x="27754" y="12209"/>
                  </a:cubicBezTo>
                  <a:cubicBezTo>
                    <a:pt x="27587" y="11376"/>
                    <a:pt x="27353" y="10542"/>
                    <a:pt x="27087" y="9708"/>
                  </a:cubicBezTo>
                  <a:cubicBezTo>
                    <a:pt x="26986" y="9441"/>
                    <a:pt x="26886" y="9174"/>
                    <a:pt x="26720" y="8940"/>
                  </a:cubicBezTo>
                  <a:cubicBezTo>
                    <a:pt x="26419" y="8540"/>
                    <a:pt x="25919" y="8340"/>
                    <a:pt x="25452" y="817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6360148" y="3242265"/>
              <a:ext cx="1142448" cy="694404"/>
            </a:xfrm>
            <a:custGeom>
              <a:avLst/>
              <a:gdLst/>
              <a:ahLst/>
              <a:cxnLst/>
              <a:rect l="l" t="t" r="r" b="b"/>
              <a:pathLst>
                <a:path w="60503" h="36775" extrusionOk="0">
                  <a:moveTo>
                    <a:pt x="22986" y="1"/>
                  </a:moveTo>
                  <a:cubicBezTo>
                    <a:pt x="18737" y="1"/>
                    <a:pt x="14905" y="1327"/>
                    <a:pt x="12276" y="5485"/>
                  </a:cubicBezTo>
                  <a:cubicBezTo>
                    <a:pt x="8673" y="11156"/>
                    <a:pt x="5104" y="16827"/>
                    <a:pt x="2602" y="23065"/>
                  </a:cubicBezTo>
                  <a:cubicBezTo>
                    <a:pt x="1802" y="25133"/>
                    <a:pt x="1068" y="27301"/>
                    <a:pt x="1" y="29269"/>
                  </a:cubicBezTo>
                  <a:cubicBezTo>
                    <a:pt x="267" y="29436"/>
                    <a:pt x="534" y="29603"/>
                    <a:pt x="801" y="29770"/>
                  </a:cubicBezTo>
                  <a:cubicBezTo>
                    <a:pt x="3670" y="31571"/>
                    <a:pt x="6272" y="33806"/>
                    <a:pt x="9407" y="35173"/>
                  </a:cubicBezTo>
                  <a:cubicBezTo>
                    <a:pt x="10975" y="35874"/>
                    <a:pt x="12576" y="36374"/>
                    <a:pt x="14211" y="36775"/>
                  </a:cubicBezTo>
                  <a:cubicBezTo>
                    <a:pt x="14744" y="35907"/>
                    <a:pt x="15245" y="35040"/>
                    <a:pt x="15745" y="34173"/>
                  </a:cubicBezTo>
                  <a:cubicBezTo>
                    <a:pt x="18847" y="28402"/>
                    <a:pt x="20882" y="21931"/>
                    <a:pt x="23818" y="16060"/>
                  </a:cubicBezTo>
                  <a:cubicBezTo>
                    <a:pt x="24706" y="14274"/>
                    <a:pt x="25841" y="13572"/>
                    <a:pt x="27078" y="13572"/>
                  </a:cubicBezTo>
                  <a:cubicBezTo>
                    <a:pt x="30853" y="13572"/>
                    <a:pt x="35577" y="20111"/>
                    <a:pt x="37160" y="22298"/>
                  </a:cubicBezTo>
                  <a:cubicBezTo>
                    <a:pt x="38551" y="23507"/>
                    <a:pt x="42961" y="25090"/>
                    <a:pt x="47236" y="25090"/>
                  </a:cubicBezTo>
                  <a:cubicBezTo>
                    <a:pt x="54040" y="25090"/>
                    <a:pt x="60502" y="21082"/>
                    <a:pt x="53906" y="5185"/>
                  </a:cubicBezTo>
                  <a:lnTo>
                    <a:pt x="53906" y="5185"/>
                  </a:lnTo>
                  <a:cubicBezTo>
                    <a:pt x="52941" y="5981"/>
                    <a:pt x="51909" y="6278"/>
                    <a:pt x="50832" y="6278"/>
                  </a:cubicBezTo>
                  <a:cubicBezTo>
                    <a:pt x="48075" y="6278"/>
                    <a:pt x="45034" y="4331"/>
                    <a:pt x="42131" y="3851"/>
                  </a:cubicBezTo>
                  <a:cubicBezTo>
                    <a:pt x="36546" y="2934"/>
                    <a:pt x="29305" y="1"/>
                    <a:pt x="2298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6602656" y="3425236"/>
              <a:ext cx="568779" cy="834172"/>
            </a:xfrm>
            <a:custGeom>
              <a:avLst/>
              <a:gdLst/>
              <a:ahLst/>
              <a:cxnLst/>
              <a:rect l="l" t="t" r="r" b="b"/>
              <a:pathLst>
                <a:path w="30122" h="44177" extrusionOk="0">
                  <a:moveTo>
                    <a:pt x="13528" y="0"/>
                  </a:moveTo>
                  <a:cubicBezTo>
                    <a:pt x="9763" y="0"/>
                    <a:pt x="7500" y="3738"/>
                    <a:pt x="6738" y="7404"/>
                  </a:cubicBezTo>
                  <a:lnTo>
                    <a:pt x="2869" y="26050"/>
                  </a:lnTo>
                  <a:cubicBezTo>
                    <a:pt x="1768" y="31321"/>
                    <a:pt x="967" y="36691"/>
                    <a:pt x="33" y="41995"/>
                  </a:cubicBezTo>
                  <a:lnTo>
                    <a:pt x="0" y="42029"/>
                  </a:lnTo>
                  <a:cubicBezTo>
                    <a:pt x="534" y="42262"/>
                    <a:pt x="1068" y="42396"/>
                    <a:pt x="1635" y="42562"/>
                  </a:cubicBezTo>
                  <a:cubicBezTo>
                    <a:pt x="2902" y="42929"/>
                    <a:pt x="4236" y="43229"/>
                    <a:pt x="5537" y="43496"/>
                  </a:cubicBezTo>
                  <a:cubicBezTo>
                    <a:pt x="6471" y="43696"/>
                    <a:pt x="7405" y="43897"/>
                    <a:pt x="8339" y="43997"/>
                  </a:cubicBezTo>
                  <a:cubicBezTo>
                    <a:pt x="8877" y="44055"/>
                    <a:pt x="10535" y="44176"/>
                    <a:pt x="12254" y="44176"/>
                  </a:cubicBezTo>
                  <a:cubicBezTo>
                    <a:pt x="14482" y="44176"/>
                    <a:pt x="16814" y="43972"/>
                    <a:pt x="16946" y="43163"/>
                  </a:cubicBezTo>
                  <a:cubicBezTo>
                    <a:pt x="18246" y="35524"/>
                    <a:pt x="18680" y="27718"/>
                    <a:pt x="19714" y="20046"/>
                  </a:cubicBezTo>
                  <a:cubicBezTo>
                    <a:pt x="19881" y="18812"/>
                    <a:pt x="20048" y="17511"/>
                    <a:pt x="20748" y="16477"/>
                  </a:cubicBezTo>
                  <a:cubicBezTo>
                    <a:pt x="21741" y="14967"/>
                    <a:pt x="24030" y="14586"/>
                    <a:pt x="26207" y="14586"/>
                  </a:cubicBezTo>
                  <a:cubicBezTo>
                    <a:pt x="27540" y="14586"/>
                    <a:pt x="28830" y="14728"/>
                    <a:pt x="29755" y="14842"/>
                  </a:cubicBezTo>
                  <a:lnTo>
                    <a:pt x="30122" y="14242"/>
                  </a:lnTo>
                  <a:cubicBezTo>
                    <a:pt x="28854" y="12608"/>
                    <a:pt x="27853" y="10740"/>
                    <a:pt x="26486" y="9272"/>
                  </a:cubicBezTo>
                  <a:cubicBezTo>
                    <a:pt x="25418" y="8138"/>
                    <a:pt x="24418" y="6970"/>
                    <a:pt x="23317" y="5903"/>
                  </a:cubicBezTo>
                  <a:cubicBezTo>
                    <a:pt x="21149" y="3734"/>
                    <a:pt x="18680" y="1399"/>
                    <a:pt x="15745" y="399"/>
                  </a:cubicBezTo>
                  <a:cubicBezTo>
                    <a:pt x="14956" y="125"/>
                    <a:pt x="14217" y="0"/>
                    <a:pt x="1352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7241621" y="2887557"/>
              <a:ext cx="381068" cy="507920"/>
            </a:xfrm>
            <a:custGeom>
              <a:avLst/>
              <a:gdLst/>
              <a:ahLst/>
              <a:cxnLst/>
              <a:rect l="l" t="t" r="r" b="b"/>
              <a:pathLst>
                <a:path w="20181" h="26899" extrusionOk="0">
                  <a:moveTo>
                    <a:pt x="7075" y="1"/>
                  </a:moveTo>
                  <a:cubicBezTo>
                    <a:pt x="0" y="1"/>
                    <a:pt x="4503" y="23785"/>
                    <a:pt x="11927" y="26472"/>
                  </a:cubicBezTo>
                  <a:cubicBezTo>
                    <a:pt x="12806" y="26763"/>
                    <a:pt x="13635" y="26899"/>
                    <a:pt x="14396" y="26899"/>
                  </a:cubicBezTo>
                  <a:cubicBezTo>
                    <a:pt x="18084" y="26899"/>
                    <a:pt x="20180" y="23709"/>
                    <a:pt x="18632" y="19534"/>
                  </a:cubicBezTo>
                  <a:cubicBezTo>
                    <a:pt x="16897" y="14130"/>
                    <a:pt x="15330" y="8326"/>
                    <a:pt x="12928" y="3356"/>
                  </a:cubicBezTo>
                  <a:cubicBezTo>
                    <a:pt x="10445" y="992"/>
                    <a:pt x="8519" y="1"/>
                    <a:pt x="707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6705943" y="2698411"/>
              <a:ext cx="826411" cy="732868"/>
            </a:xfrm>
            <a:custGeom>
              <a:avLst/>
              <a:gdLst/>
              <a:ahLst/>
              <a:cxnLst/>
              <a:rect l="l" t="t" r="r" b="b"/>
              <a:pathLst>
                <a:path w="43766" h="38812" extrusionOk="0">
                  <a:moveTo>
                    <a:pt x="16612" y="1"/>
                  </a:moveTo>
                  <a:cubicBezTo>
                    <a:pt x="11063" y="1"/>
                    <a:pt x="5532" y="803"/>
                    <a:pt x="1" y="1497"/>
                  </a:cubicBezTo>
                  <a:cubicBezTo>
                    <a:pt x="1" y="6034"/>
                    <a:pt x="34" y="10570"/>
                    <a:pt x="34" y="15107"/>
                  </a:cubicBezTo>
                  <a:cubicBezTo>
                    <a:pt x="34" y="14907"/>
                    <a:pt x="5371" y="14707"/>
                    <a:pt x="5938" y="14607"/>
                  </a:cubicBezTo>
                  <a:cubicBezTo>
                    <a:pt x="6138" y="16808"/>
                    <a:pt x="6472" y="18910"/>
                    <a:pt x="6472" y="21078"/>
                  </a:cubicBezTo>
                  <a:cubicBezTo>
                    <a:pt x="6472" y="23446"/>
                    <a:pt x="6739" y="25848"/>
                    <a:pt x="7172" y="28183"/>
                  </a:cubicBezTo>
                  <a:cubicBezTo>
                    <a:pt x="7606" y="30551"/>
                    <a:pt x="7873" y="33220"/>
                    <a:pt x="9074" y="35388"/>
                  </a:cubicBezTo>
                  <a:cubicBezTo>
                    <a:pt x="10636" y="38179"/>
                    <a:pt x="13797" y="38811"/>
                    <a:pt x="16983" y="38811"/>
                  </a:cubicBezTo>
                  <a:cubicBezTo>
                    <a:pt x="18900" y="38811"/>
                    <a:pt x="20825" y="38582"/>
                    <a:pt x="22417" y="38457"/>
                  </a:cubicBezTo>
                  <a:cubicBezTo>
                    <a:pt x="24885" y="38257"/>
                    <a:pt x="27320" y="37990"/>
                    <a:pt x="29789" y="37923"/>
                  </a:cubicBezTo>
                  <a:cubicBezTo>
                    <a:pt x="31423" y="37857"/>
                    <a:pt x="33124" y="37923"/>
                    <a:pt x="34759" y="37657"/>
                  </a:cubicBezTo>
                  <a:cubicBezTo>
                    <a:pt x="35559" y="37523"/>
                    <a:pt x="36360" y="37256"/>
                    <a:pt x="36593" y="36389"/>
                  </a:cubicBezTo>
                  <a:cubicBezTo>
                    <a:pt x="36960" y="35188"/>
                    <a:pt x="36493" y="33687"/>
                    <a:pt x="36260" y="32520"/>
                  </a:cubicBezTo>
                  <a:cubicBezTo>
                    <a:pt x="35693" y="29918"/>
                    <a:pt x="35326" y="26782"/>
                    <a:pt x="34292" y="24214"/>
                  </a:cubicBezTo>
                  <a:cubicBezTo>
                    <a:pt x="34158" y="23880"/>
                    <a:pt x="33992" y="23513"/>
                    <a:pt x="33825" y="23180"/>
                  </a:cubicBezTo>
                  <a:cubicBezTo>
                    <a:pt x="35593" y="22246"/>
                    <a:pt x="37227" y="21145"/>
                    <a:pt x="38895" y="20044"/>
                  </a:cubicBezTo>
                  <a:cubicBezTo>
                    <a:pt x="39796" y="19477"/>
                    <a:pt x="40663" y="18876"/>
                    <a:pt x="41497" y="18243"/>
                  </a:cubicBezTo>
                  <a:cubicBezTo>
                    <a:pt x="41931" y="17909"/>
                    <a:pt x="42364" y="17642"/>
                    <a:pt x="42798" y="17309"/>
                  </a:cubicBezTo>
                  <a:cubicBezTo>
                    <a:pt x="43465" y="16775"/>
                    <a:pt x="43765" y="16642"/>
                    <a:pt x="43432" y="15774"/>
                  </a:cubicBezTo>
                  <a:cubicBezTo>
                    <a:pt x="42731" y="14140"/>
                    <a:pt x="41897" y="12539"/>
                    <a:pt x="40930" y="11037"/>
                  </a:cubicBezTo>
                  <a:cubicBezTo>
                    <a:pt x="38995" y="8035"/>
                    <a:pt x="36560" y="5367"/>
                    <a:pt x="33725" y="3165"/>
                  </a:cubicBezTo>
                  <a:cubicBezTo>
                    <a:pt x="31957" y="1798"/>
                    <a:pt x="29789" y="1297"/>
                    <a:pt x="27620" y="997"/>
                  </a:cubicBezTo>
                  <a:cubicBezTo>
                    <a:pt x="25319" y="663"/>
                    <a:pt x="23050" y="330"/>
                    <a:pt x="20749" y="163"/>
                  </a:cubicBezTo>
                  <a:cubicBezTo>
                    <a:pt x="19369" y="50"/>
                    <a:pt x="17990" y="1"/>
                    <a:pt x="1661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6447706" y="3035313"/>
              <a:ext cx="633036" cy="354632"/>
            </a:xfrm>
            <a:custGeom>
              <a:avLst/>
              <a:gdLst/>
              <a:ahLst/>
              <a:cxnLst/>
              <a:rect l="l" t="t" r="r" b="b"/>
              <a:pathLst>
                <a:path w="33525" h="18781" extrusionOk="0">
                  <a:moveTo>
                    <a:pt x="1268" y="0"/>
                  </a:moveTo>
                  <a:cubicBezTo>
                    <a:pt x="534" y="0"/>
                    <a:pt x="0" y="668"/>
                    <a:pt x="100" y="1401"/>
                  </a:cubicBezTo>
                  <a:lnTo>
                    <a:pt x="2736" y="18780"/>
                  </a:lnTo>
                  <a:lnTo>
                    <a:pt x="33524" y="18780"/>
                  </a:lnTo>
                  <a:lnTo>
                    <a:pt x="30856" y="1068"/>
                  </a:lnTo>
                  <a:cubicBezTo>
                    <a:pt x="30756" y="467"/>
                    <a:pt x="30222" y="0"/>
                    <a:pt x="2962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7090164" y="3094377"/>
              <a:ext cx="527841" cy="323608"/>
            </a:xfrm>
            <a:custGeom>
              <a:avLst/>
              <a:gdLst/>
              <a:ahLst/>
              <a:cxnLst/>
              <a:rect l="l" t="t" r="r" b="b"/>
              <a:pathLst>
                <a:path w="27954" h="17138" extrusionOk="0">
                  <a:moveTo>
                    <a:pt x="2496" y="1"/>
                  </a:moveTo>
                  <a:cubicBezTo>
                    <a:pt x="2089" y="1"/>
                    <a:pt x="1680" y="52"/>
                    <a:pt x="1268" y="175"/>
                  </a:cubicBezTo>
                  <a:cubicBezTo>
                    <a:pt x="1001" y="275"/>
                    <a:pt x="734" y="408"/>
                    <a:pt x="534" y="642"/>
                  </a:cubicBezTo>
                  <a:cubicBezTo>
                    <a:pt x="1" y="1342"/>
                    <a:pt x="901" y="1509"/>
                    <a:pt x="1402" y="1576"/>
                  </a:cubicBezTo>
                  <a:cubicBezTo>
                    <a:pt x="1387" y="1575"/>
                    <a:pt x="1372" y="1574"/>
                    <a:pt x="1358" y="1574"/>
                  </a:cubicBezTo>
                  <a:cubicBezTo>
                    <a:pt x="978" y="1574"/>
                    <a:pt x="671" y="1991"/>
                    <a:pt x="768" y="2376"/>
                  </a:cubicBezTo>
                  <a:cubicBezTo>
                    <a:pt x="852" y="2685"/>
                    <a:pt x="1173" y="2900"/>
                    <a:pt x="1512" y="2900"/>
                  </a:cubicBezTo>
                  <a:cubicBezTo>
                    <a:pt x="1575" y="2900"/>
                    <a:pt x="1639" y="2892"/>
                    <a:pt x="1702" y="2877"/>
                  </a:cubicBezTo>
                  <a:lnTo>
                    <a:pt x="1702" y="2877"/>
                  </a:lnTo>
                  <a:cubicBezTo>
                    <a:pt x="1468" y="3010"/>
                    <a:pt x="1201" y="3210"/>
                    <a:pt x="1235" y="3477"/>
                  </a:cubicBezTo>
                  <a:cubicBezTo>
                    <a:pt x="1268" y="3844"/>
                    <a:pt x="1702" y="3977"/>
                    <a:pt x="2069" y="4011"/>
                  </a:cubicBezTo>
                  <a:cubicBezTo>
                    <a:pt x="1668" y="4078"/>
                    <a:pt x="1535" y="4545"/>
                    <a:pt x="1735" y="4845"/>
                  </a:cubicBezTo>
                  <a:cubicBezTo>
                    <a:pt x="1969" y="5145"/>
                    <a:pt x="2402" y="5212"/>
                    <a:pt x="2736" y="5245"/>
                  </a:cubicBezTo>
                  <a:cubicBezTo>
                    <a:pt x="3591" y="5343"/>
                    <a:pt x="4463" y="5405"/>
                    <a:pt x="5340" y="5405"/>
                  </a:cubicBezTo>
                  <a:cubicBezTo>
                    <a:pt x="5662" y="5405"/>
                    <a:pt x="5983" y="5396"/>
                    <a:pt x="6305" y="5378"/>
                  </a:cubicBezTo>
                  <a:cubicBezTo>
                    <a:pt x="6372" y="5378"/>
                    <a:pt x="6438" y="5378"/>
                    <a:pt x="6505" y="5412"/>
                  </a:cubicBezTo>
                  <a:cubicBezTo>
                    <a:pt x="6539" y="5412"/>
                    <a:pt x="6605" y="5445"/>
                    <a:pt x="6639" y="5512"/>
                  </a:cubicBezTo>
                  <a:cubicBezTo>
                    <a:pt x="7573" y="6279"/>
                    <a:pt x="8540" y="7046"/>
                    <a:pt x="9541" y="7780"/>
                  </a:cubicBezTo>
                  <a:cubicBezTo>
                    <a:pt x="10441" y="8447"/>
                    <a:pt x="11242" y="9415"/>
                    <a:pt x="12076" y="10215"/>
                  </a:cubicBezTo>
                  <a:cubicBezTo>
                    <a:pt x="13477" y="11550"/>
                    <a:pt x="14844" y="12984"/>
                    <a:pt x="16346" y="14151"/>
                  </a:cubicBezTo>
                  <a:cubicBezTo>
                    <a:pt x="16546" y="14318"/>
                    <a:pt x="16746" y="14485"/>
                    <a:pt x="16946" y="14652"/>
                  </a:cubicBezTo>
                  <a:cubicBezTo>
                    <a:pt x="18647" y="15919"/>
                    <a:pt x="20749" y="16920"/>
                    <a:pt x="22884" y="17120"/>
                  </a:cubicBezTo>
                  <a:cubicBezTo>
                    <a:pt x="23023" y="17131"/>
                    <a:pt x="23165" y="17137"/>
                    <a:pt x="23308" y="17137"/>
                  </a:cubicBezTo>
                  <a:cubicBezTo>
                    <a:pt x="25284" y="17137"/>
                    <a:pt x="27512" y="16064"/>
                    <a:pt x="27854" y="13918"/>
                  </a:cubicBezTo>
                  <a:cubicBezTo>
                    <a:pt x="27954" y="13251"/>
                    <a:pt x="27854" y="12584"/>
                    <a:pt x="27754" y="11916"/>
                  </a:cubicBezTo>
                  <a:cubicBezTo>
                    <a:pt x="27587" y="11083"/>
                    <a:pt x="27353" y="10249"/>
                    <a:pt x="27087" y="9415"/>
                  </a:cubicBezTo>
                  <a:cubicBezTo>
                    <a:pt x="26986" y="9148"/>
                    <a:pt x="26886" y="8881"/>
                    <a:pt x="26720" y="8647"/>
                  </a:cubicBezTo>
                  <a:cubicBezTo>
                    <a:pt x="26419" y="8247"/>
                    <a:pt x="25919" y="8047"/>
                    <a:pt x="25452" y="7880"/>
                  </a:cubicBezTo>
                  <a:lnTo>
                    <a:pt x="18747" y="5378"/>
                  </a:lnTo>
                  <a:cubicBezTo>
                    <a:pt x="15979" y="4378"/>
                    <a:pt x="13243" y="3410"/>
                    <a:pt x="10475" y="2443"/>
                  </a:cubicBezTo>
                  <a:cubicBezTo>
                    <a:pt x="8940" y="1876"/>
                    <a:pt x="7406" y="1276"/>
                    <a:pt x="5871" y="775"/>
                  </a:cubicBezTo>
                  <a:cubicBezTo>
                    <a:pt x="4764" y="406"/>
                    <a:pt x="3639" y="1"/>
                    <a:pt x="249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6279519" y="3388661"/>
              <a:ext cx="1526197" cy="50416"/>
            </a:xfrm>
            <a:custGeom>
              <a:avLst/>
              <a:gdLst/>
              <a:ahLst/>
              <a:cxnLst/>
              <a:rect l="l" t="t" r="r" b="b"/>
              <a:pathLst>
                <a:path w="80826" h="2670" extrusionOk="0">
                  <a:moveTo>
                    <a:pt x="1" y="1"/>
                  </a:moveTo>
                  <a:lnTo>
                    <a:pt x="1" y="2669"/>
                  </a:lnTo>
                  <a:lnTo>
                    <a:pt x="80825" y="2669"/>
                  </a:lnTo>
                  <a:lnTo>
                    <a:pt x="80825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48"/>
          <p:cNvGrpSpPr/>
          <p:nvPr/>
        </p:nvGrpSpPr>
        <p:grpSpPr>
          <a:xfrm>
            <a:off x="7442550" y="2724493"/>
            <a:ext cx="1671184" cy="2440924"/>
            <a:chOff x="6795049" y="1179275"/>
            <a:chExt cx="1268451" cy="1852694"/>
          </a:xfrm>
        </p:grpSpPr>
        <p:sp>
          <p:nvSpPr>
            <p:cNvPr id="665" name="Google Shape;665;p48"/>
            <p:cNvSpPr/>
            <p:nvPr/>
          </p:nvSpPr>
          <p:spPr>
            <a:xfrm flipH="1">
              <a:off x="7005588" y="1179275"/>
              <a:ext cx="520739" cy="924305"/>
            </a:xfrm>
            <a:custGeom>
              <a:avLst/>
              <a:gdLst/>
              <a:ahLst/>
              <a:cxnLst/>
              <a:rect l="l" t="t" r="r" b="b"/>
              <a:pathLst>
                <a:path w="16559" h="29392" extrusionOk="0">
                  <a:moveTo>
                    <a:pt x="8501" y="4644"/>
                  </a:moveTo>
                  <a:cubicBezTo>
                    <a:pt x="8562" y="4644"/>
                    <a:pt x="8636" y="4667"/>
                    <a:pt x="8724" y="4719"/>
                  </a:cubicBezTo>
                  <a:cubicBezTo>
                    <a:pt x="8937" y="4841"/>
                    <a:pt x="8998" y="5084"/>
                    <a:pt x="9059" y="5297"/>
                  </a:cubicBezTo>
                  <a:cubicBezTo>
                    <a:pt x="9211" y="5874"/>
                    <a:pt x="9302" y="6452"/>
                    <a:pt x="9332" y="6999"/>
                  </a:cubicBezTo>
                  <a:cubicBezTo>
                    <a:pt x="9332" y="7090"/>
                    <a:pt x="9332" y="7364"/>
                    <a:pt x="9271" y="7576"/>
                  </a:cubicBezTo>
                  <a:cubicBezTo>
                    <a:pt x="9252" y="7733"/>
                    <a:pt x="9195" y="7852"/>
                    <a:pt x="9100" y="7852"/>
                  </a:cubicBezTo>
                  <a:cubicBezTo>
                    <a:pt x="9047" y="7852"/>
                    <a:pt x="8983" y="7815"/>
                    <a:pt x="8907" y="7728"/>
                  </a:cubicBezTo>
                  <a:cubicBezTo>
                    <a:pt x="8420" y="7242"/>
                    <a:pt x="8299" y="6543"/>
                    <a:pt x="8268" y="5874"/>
                  </a:cubicBezTo>
                  <a:cubicBezTo>
                    <a:pt x="8242" y="5637"/>
                    <a:pt x="8101" y="4644"/>
                    <a:pt x="8501" y="4644"/>
                  </a:cubicBezTo>
                  <a:close/>
                  <a:moveTo>
                    <a:pt x="12372" y="12501"/>
                  </a:moveTo>
                  <a:cubicBezTo>
                    <a:pt x="12493" y="12501"/>
                    <a:pt x="12585" y="12531"/>
                    <a:pt x="12645" y="12653"/>
                  </a:cubicBezTo>
                  <a:cubicBezTo>
                    <a:pt x="12676" y="12713"/>
                    <a:pt x="12676" y="12865"/>
                    <a:pt x="12615" y="12926"/>
                  </a:cubicBezTo>
                  <a:cubicBezTo>
                    <a:pt x="11825" y="13686"/>
                    <a:pt x="10761" y="14081"/>
                    <a:pt x="9697" y="14081"/>
                  </a:cubicBezTo>
                  <a:cubicBezTo>
                    <a:pt x="9484" y="14081"/>
                    <a:pt x="9393" y="13747"/>
                    <a:pt x="9575" y="13625"/>
                  </a:cubicBezTo>
                  <a:cubicBezTo>
                    <a:pt x="9636" y="13595"/>
                    <a:pt x="9697" y="13564"/>
                    <a:pt x="9758" y="13504"/>
                  </a:cubicBezTo>
                  <a:cubicBezTo>
                    <a:pt x="9788" y="13443"/>
                    <a:pt x="9819" y="13382"/>
                    <a:pt x="9910" y="13321"/>
                  </a:cubicBezTo>
                  <a:cubicBezTo>
                    <a:pt x="10609" y="12956"/>
                    <a:pt x="11399" y="12561"/>
                    <a:pt x="12189" y="12501"/>
                  </a:cubicBezTo>
                  <a:close/>
                  <a:moveTo>
                    <a:pt x="4855" y="12077"/>
                  </a:moveTo>
                  <a:cubicBezTo>
                    <a:pt x="4939" y="12077"/>
                    <a:pt x="5024" y="12087"/>
                    <a:pt x="5107" y="12105"/>
                  </a:cubicBezTo>
                  <a:cubicBezTo>
                    <a:pt x="5350" y="12197"/>
                    <a:pt x="5563" y="12349"/>
                    <a:pt x="5746" y="12561"/>
                  </a:cubicBezTo>
                  <a:cubicBezTo>
                    <a:pt x="6232" y="13139"/>
                    <a:pt x="6475" y="13899"/>
                    <a:pt x="6566" y="14659"/>
                  </a:cubicBezTo>
                  <a:cubicBezTo>
                    <a:pt x="6597" y="15054"/>
                    <a:pt x="6566" y="15449"/>
                    <a:pt x="6384" y="15753"/>
                  </a:cubicBezTo>
                  <a:cubicBezTo>
                    <a:pt x="6170" y="16087"/>
                    <a:pt x="5968" y="16221"/>
                    <a:pt x="5782" y="16221"/>
                  </a:cubicBezTo>
                  <a:cubicBezTo>
                    <a:pt x="5119" y="16221"/>
                    <a:pt x="4648" y="14525"/>
                    <a:pt x="4530" y="14051"/>
                  </a:cubicBezTo>
                  <a:cubicBezTo>
                    <a:pt x="4439" y="13656"/>
                    <a:pt x="3983" y="12592"/>
                    <a:pt x="4347" y="12257"/>
                  </a:cubicBezTo>
                  <a:cubicBezTo>
                    <a:pt x="4474" y="12130"/>
                    <a:pt x="4661" y="12077"/>
                    <a:pt x="4855" y="12077"/>
                  </a:cubicBezTo>
                  <a:close/>
                  <a:moveTo>
                    <a:pt x="13172" y="0"/>
                  </a:moveTo>
                  <a:cubicBezTo>
                    <a:pt x="12729" y="0"/>
                    <a:pt x="12240" y="117"/>
                    <a:pt x="11703" y="373"/>
                  </a:cubicBezTo>
                  <a:cubicBezTo>
                    <a:pt x="11764" y="677"/>
                    <a:pt x="11825" y="950"/>
                    <a:pt x="11916" y="1224"/>
                  </a:cubicBezTo>
                  <a:cubicBezTo>
                    <a:pt x="11977" y="1558"/>
                    <a:pt x="12037" y="1893"/>
                    <a:pt x="12037" y="2227"/>
                  </a:cubicBezTo>
                  <a:cubicBezTo>
                    <a:pt x="12037" y="2409"/>
                    <a:pt x="12007" y="2592"/>
                    <a:pt x="11977" y="2774"/>
                  </a:cubicBezTo>
                  <a:cubicBezTo>
                    <a:pt x="11916" y="2987"/>
                    <a:pt x="11855" y="3139"/>
                    <a:pt x="11642" y="3200"/>
                  </a:cubicBezTo>
                  <a:cubicBezTo>
                    <a:pt x="11618" y="3208"/>
                    <a:pt x="11591" y="3211"/>
                    <a:pt x="11565" y="3211"/>
                  </a:cubicBezTo>
                  <a:cubicBezTo>
                    <a:pt x="11492" y="3211"/>
                    <a:pt x="11421" y="3183"/>
                    <a:pt x="11399" y="3139"/>
                  </a:cubicBezTo>
                  <a:cubicBezTo>
                    <a:pt x="10913" y="2531"/>
                    <a:pt x="10761" y="1771"/>
                    <a:pt x="10670" y="1011"/>
                  </a:cubicBezTo>
                  <a:cubicBezTo>
                    <a:pt x="10487" y="1133"/>
                    <a:pt x="10274" y="1285"/>
                    <a:pt x="10092" y="1467"/>
                  </a:cubicBezTo>
                  <a:cubicBezTo>
                    <a:pt x="6779" y="4263"/>
                    <a:pt x="4439" y="8032"/>
                    <a:pt x="2888" y="12166"/>
                  </a:cubicBezTo>
                  <a:cubicBezTo>
                    <a:pt x="1885" y="14841"/>
                    <a:pt x="1247" y="17607"/>
                    <a:pt x="882" y="20434"/>
                  </a:cubicBezTo>
                  <a:cubicBezTo>
                    <a:pt x="609" y="22653"/>
                    <a:pt x="1" y="25875"/>
                    <a:pt x="669" y="28063"/>
                  </a:cubicBezTo>
                  <a:cubicBezTo>
                    <a:pt x="821" y="28580"/>
                    <a:pt x="1217" y="29066"/>
                    <a:pt x="1733" y="29188"/>
                  </a:cubicBezTo>
                  <a:cubicBezTo>
                    <a:pt x="1801" y="29203"/>
                    <a:pt x="1869" y="29210"/>
                    <a:pt x="1938" y="29210"/>
                  </a:cubicBezTo>
                  <a:cubicBezTo>
                    <a:pt x="2428" y="29210"/>
                    <a:pt x="2919" y="28847"/>
                    <a:pt x="2919" y="28367"/>
                  </a:cubicBezTo>
                  <a:cubicBezTo>
                    <a:pt x="2983" y="29101"/>
                    <a:pt x="3448" y="29391"/>
                    <a:pt x="3978" y="29391"/>
                  </a:cubicBezTo>
                  <a:cubicBezTo>
                    <a:pt x="4457" y="29391"/>
                    <a:pt x="4988" y="29154"/>
                    <a:pt x="5320" y="28793"/>
                  </a:cubicBezTo>
                  <a:cubicBezTo>
                    <a:pt x="10700" y="22926"/>
                    <a:pt x="14469" y="15601"/>
                    <a:pt x="16110" y="7820"/>
                  </a:cubicBezTo>
                  <a:lnTo>
                    <a:pt x="16110" y="7820"/>
                  </a:lnTo>
                  <a:cubicBezTo>
                    <a:pt x="14834" y="8367"/>
                    <a:pt x="13557" y="8853"/>
                    <a:pt x="12189" y="9005"/>
                  </a:cubicBezTo>
                  <a:cubicBezTo>
                    <a:pt x="12178" y="9007"/>
                    <a:pt x="12167" y="9007"/>
                    <a:pt x="12157" y="9007"/>
                  </a:cubicBezTo>
                  <a:cubicBezTo>
                    <a:pt x="11959" y="9007"/>
                    <a:pt x="11802" y="8752"/>
                    <a:pt x="11946" y="8580"/>
                  </a:cubicBezTo>
                  <a:cubicBezTo>
                    <a:pt x="12645" y="7728"/>
                    <a:pt x="13740" y="7181"/>
                    <a:pt x="14773" y="6786"/>
                  </a:cubicBezTo>
                  <a:cubicBezTo>
                    <a:pt x="15290" y="6573"/>
                    <a:pt x="15806" y="6421"/>
                    <a:pt x="16354" y="6269"/>
                  </a:cubicBezTo>
                  <a:cubicBezTo>
                    <a:pt x="16558" y="3253"/>
                    <a:pt x="15516" y="0"/>
                    <a:pt x="1317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8"/>
            <p:cNvSpPr/>
            <p:nvPr/>
          </p:nvSpPr>
          <p:spPr>
            <a:xfrm flipH="1">
              <a:off x="7499521" y="1715976"/>
              <a:ext cx="563979" cy="634642"/>
            </a:xfrm>
            <a:custGeom>
              <a:avLst/>
              <a:gdLst/>
              <a:ahLst/>
              <a:cxnLst/>
              <a:rect l="l" t="t" r="r" b="b"/>
              <a:pathLst>
                <a:path w="17934" h="20181" extrusionOk="0">
                  <a:moveTo>
                    <a:pt x="2918" y="3184"/>
                  </a:moveTo>
                  <a:cubicBezTo>
                    <a:pt x="3496" y="3184"/>
                    <a:pt x="4134" y="3367"/>
                    <a:pt x="4590" y="3762"/>
                  </a:cubicBezTo>
                  <a:cubicBezTo>
                    <a:pt x="4681" y="3853"/>
                    <a:pt x="4712" y="4036"/>
                    <a:pt x="4651" y="4127"/>
                  </a:cubicBezTo>
                  <a:cubicBezTo>
                    <a:pt x="4590" y="4279"/>
                    <a:pt x="4469" y="4339"/>
                    <a:pt x="4317" y="4339"/>
                  </a:cubicBezTo>
                  <a:cubicBezTo>
                    <a:pt x="3982" y="4339"/>
                    <a:pt x="3648" y="4248"/>
                    <a:pt x="3344" y="4096"/>
                  </a:cubicBezTo>
                  <a:cubicBezTo>
                    <a:pt x="3131" y="3975"/>
                    <a:pt x="2918" y="3823"/>
                    <a:pt x="2706" y="3701"/>
                  </a:cubicBezTo>
                  <a:cubicBezTo>
                    <a:pt x="2614" y="3640"/>
                    <a:pt x="2523" y="3549"/>
                    <a:pt x="2493" y="3458"/>
                  </a:cubicBezTo>
                  <a:cubicBezTo>
                    <a:pt x="2493" y="3367"/>
                    <a:pt x="2554" y="3276"/>
                    <a:pt x="2645" y="3245"/>
                  </a:cubicBezTo>
                  <a:cubicBezTo>
                    <a:pt x="2706" y="3184"/>
                    <a:pt x="2827" y="3184"/>
                    <a:pt x="2918" y="3184"/>
                  </a:cubicBezTo>
                  <a:close/>
                  <a:moveTo>
                    <a:pt x="8471" y="2373"/>
                  </a:moveTo>
                  <a:cubicBezTo>
                    <a:pt x="8569" y="2373"/>
                    <a:pt x="8671" y="2421"/>
                    <a:pt x="8785" y="2516"/>
                  </a:cubicBezTo>
                  <a:cubicBezTo>
                    <a:pt x="9180" y="2911"/>
                    <a:pt x="9636" y="3701"/>
                    <a:pt x="9666" y="4279"/>
                  </a:cubicBezTo>
                  <a:cubicBezTo>
                    <a:pt x="9697" y="5039"/>
                    <a:pt x="9119" y="6011"/>
                    <a:pt x="8815" y="6710"/>
                  </a:cubicBezTo>
                  <a:cubicBezTo>
                    <a:pt x="8730" y="6881"/>
                    <a:pt x="8618" y="7078"/>
                    <a:pt x="8455" y="7078"/>
                  </a:cubicBezTo>
                  <a:cubicBezTo>
                    <a:pt x="8443" y="7078"/>
                    <a:pt x="8432" y="7077"/>
                    <a:pt x="8420" y="7075"/>
                  </a:cubicBezTo>
                  <a:cubicBezTo>
                    <a:pt x="8238" y="7075"/>
                    <a:pt x="8146" y="6893"/>
                    <a:pt x="8086" y="6741"/>
                  </a:cubicBezTo>
                  <a:cubicBezTo>
                    <a:pt x="7751" y="5890"/>
                    <a:pt x="7630" y="4978"/>
                    <a:pt x="7690" y="4066"/>
                  </a:cubicBezTo>
                  <a:cubicBezTo>
                    <a:pt x="7721" y="3853"/>
                    <a:pt x="7903" y="2668"/>
                    <a:pt x="8298" y="2425"/>
                  </a:cubicBezTo>
                  <a:cubicBezTo>
                    <a:pt x="8355" y="2390"/>
                    <a:pt x="8412" y="2373"/>
                    <a:pt x="8471" y="2373"/>
                  </a:cubicBezTo>
                  <a:close/>
                  <a:moveTo>
                    <a:pt x="5100" y="6966"/>
                  </a:moveTo>
                  <a:cubicBezTo>
                    <a:pt x="5215" y="6966"/>
                    <a:pt x="5330" y="6973"/>
                    <a:pt x="5441" y="6984"/>
                  </a:cubicBezTo>
                  <a:cubicBezTo>
                    <a:pt x="5745" y="7014"/>
                    <a:pt x="6019" y="7045"/>
                    <a:pt x="6323" y="7105"/>
                  </a:cubicBezTo>
                  <a:cubicBezTo>
                    <a:pt x="6627" y="7136"/>
                    <a:pt x="7599" y="7501"/>
                    <a:pt x="6991" y="7926"/>
                  </a:cubicBezTo>
                  <a:cubicBezTo>
                    <a:pt x="6775" y="8062"/>
                    <a:pt x="6491" y="8119"/>
                    <a:pt x="6185" y="8119"/>
                  </a:cubicBezTo>
                  <a:cubicBezTo>
                    <a:pt x="5804" y="8119"/>
                    <a:pt x="5386" y="8031"/>
                    <a:pt x="5016" y="7896"/>
                  </a:cubicBezTo>
                  <a:cubicBezTo>
                    <a:pt x="4742" y="7805"/>
                    <a:pt x="4499" y="7683"/>
                    <a:pt x="4347" y="7592"/>
                  </a:cubicBezTo>
                  <a:cubicBezTo>
                    <a:pt x="4317" y="7561"/>
                    <a:pt x="4286" y="7531"/>
                    <a:pt x="4256" y="7501"/>
                  </a:cubicBezTo>
                  <a:cubicBezTo>
                    <a:pt x="4195" y="7440"/>
                    <a:pt x="4195" y="7318"/>
                    <a:pt x="4256" y="7227"/>
                  </a:cubicBezTo>
                  <a:cubicBezTo>
                    <a:pt x="4317" y="7136"/>
                    <a:pt x="4408" y="7105"/>
                    <a:pt x="4529" y="7045"/>
                  </a:cubicBezTo>
                  <a:cubicBezTo>
                    <a:pt x="4703" y="6987"/>
                    <a:pt x="4901" y="6966"/>
                    <a:pt x="5100" y="6966"/>
                  </a:cubicBezTo>
                  <a:close/>
                  <a:moveTo>
                    <a:pt x="11850" y="7285"/>
                  </a:moveTo>
                  <a:cubicBezTo>
                    <a:pt x="11852" y="7285"/>
                    <a:pt x="11854" y="7286"/>
                    <a:pt x="11855" y="7288"/>
                  </a:cubicBezTo>
                  <a:cubicBezTo>
                    <a:pt x="12067" y="7592"/>
                    <a:pt x="12128" y="7896"/>
                    <a:pt x="12098" y="8200"/>
                  </a:cubicBezTo>
                  <a:cubicBezTo>
                    <a:pt x="12067" y="8808"/>
                    <a:pt x="11703" y="9355"/>
                    <a:pt x="11399" y="9871"/>
                  </a:cubicBezTo>
                  <a:cubicBezTo>
                    <a:pt x="11247" y="9871"/>
                    <a:pt x="11156" y="9719"/>
                    <a:pt x="11125" y="9568"/>
                  </a:cubicBezTo>
                  <a:cubicBezTo>
                    <a:pt x="11064" y="9112"/>
                    <a:pt x="11095" y="8656"/>
                    <a:pt x="11247" y="8230"/>
                  </a:cubicBezTo>
                  <a:cubicBezTo>
                    <a:pt x="11276" y="8142"/>
                    <a:pt x="11790" y="7285"/>
                    <a:pt x="11850" y="7285"/>
                  </a:cubicBezTo>
                  <a:close/>
                  <a:moveTo>
                    <a:pt x="7052" y="10305"/>
                  </a:moveTo>
                  <a:cubicBezTo>
                    <a:pt x="7455" y="10305"/>
                    <a:pt x="7858" y="10373"/>
                    <a:pt x="8238" y="10479"/>
                  </a:cubicBezTo>
                  <a:cubicBezTo>
                    <a:pt x="9058" y="10723"/>
                    <a:pt x="9849" y="11148"/>
                    <a:pt x="10456" y="11756"/>
                  </a:cubicBezTo>
                  <a:cubicBezTo>
                    <a:pt x="10578" y="11908"/>
                    <a:pt x="10608" y="12090"/>
                    <a:pt x="10487" y="12273"/>
                  </a:cubicBezTo>
                  <a:cubicBezTo>
                    <a:pt x="10418" y="12341"/>
                    <a:pt x="10316" y="12375"/>
                    <a:pt x="10205" y="12375"/>
                  </a:cubicBezTo>
                  <a:cubicBezTo>
                    <a:pt x="10168" y="12375"/>
                    <a:pt x="10130" y="12371"/>
                    <a:pt x="10092" y="12364"/>
                  </a:cubicBezTo>
                  <a:cubicBezTo>
                    <a:pt x="9930" y="12391"/>
                    <a:pt x="9766" y="12403"/>
                    <a:pt x="9602" y="12403"/>
                  </a:cubicBezTo>
                  <a:cubicBezTo>
                    <a:pt x="9029" y="12403"/>
                    <a:pt x="8454" y="12256"/>
                    <a:pt x="7934" y="12090"/>
                  </a:cubicBezTo>
                  <a:cubicBezTo>
                    <a:pt x="7204" y="11878"/>
                    <a:pt x="6475" y="11604"/>
                    <a:pt x="5836" y="11209"/>
                  </a:cubicBezTo>
                  <a:cubicBezTo>
                    <a:pt x="5563" y="11026"/>
                    <a:pt x="5593" y="10662"/>
                    <a:pt x="5867" y="10540"/>
                  </a:cubicBezTo>
                  <a:cubicBezTo>
                    <a:pt x="6247" y="10373"/>
                    <a:pt x="6649" y="10305"/>
                    <a:pt x="7052" y="10305"/>
                  </a:cubicBezTo>
                  <a:close/>
                  <a:moveTo>
                    <a:pt x="16759" y="15071"/>
                  </a:moveTo>
                  <a:cubicBezTo>
                    <a:pt x="16875" y="15071"/>
                    <a:pt x="16973" y="15137"/>
                    <a:pt x="17022" y="15312"/>
                  </a:cubicBezTo>
                  <a:cubicBezTo>
                    <a:pt x="17052" y="15434"/>
                    <a:pt x="17022" y="15555"/>
                    <a:pt x="16992" y="15677"/>
                  </a:cubicBezTo>
                  <a:cubicBezTo>
                    <a:pt x="16961" y="15799"/>
                    <a:pt x="16931" y="15890"/>
                    <a:pt x="16900" y="16011"/>
                  </a:cubicBezTo>
                  <a:cubicBezTo>
                    <a:pt x="16779" y="16315"/>
                    <a:pt x="16596" y="16589"/>
                    <a:pt x="16384" y="16832"/>
                  </a:cubicBezTo>
                  <a:cubicBezTo>
                    <a:pt x="16384" y="16862"/>
                    <a:pt x="16353" y="16893"/>
                    <a:pt x="16323" y="16893"/>
                  </a:cubicBezTo>
                  <a:cubicBezTo>
                    <a:pt x="16292" y="16893"/>
                    <a:pt x="16262" y="16862"/>
                    <a:pt x="16262" y="16862"/>
                  </a:cubicBezTo>
                  <a:cubicBezTo>
                    <a:pt x="16080" y="16710"/>
                    <a:pt x="15988" y="16467"/>
                    <a:pt x="15958" y="16255"/>
                  </a:cubicBezTo>
                  <a:cubicBezTo>
                    <a:pt x="15958" y="16011"/>
                    <a:pt x="16019" y="15768"/>
                    <a:pt x="16110" y="15555"/>
                  </a:cubicBezTo>
                  <a:cubicBezTo>
                    <a:pt x="16193" y="15369"/>
                    <a:pt x="16514" y="15071"/>
                    <a:pt x="16759" y="15071"/>
                  </a:cubicBezTo>
                  <a:close/>
                  <a:moveTo>
                    <a:pt x="9544" y="17105"/>
                  </a:moveTo>
                  <a:cubicBezTo>
                    <a:pt x="9544" y="17105"/>
                    <a:pt x="9544" y="17106"/>
                    <a:pt x="9545" y="17106"/>
                  </a:cubicBezTo>
                  <a:cubicBezTo>
                    <a:pt x="9544" y="17105"/>
                    <a:pt x="9544" y="17105"/>
                    <a:pt x="9544" y="17105"/>
                  </a:cubicBezTo>
                  <a:close/>
                  <a:moveTo>
                    <a:pt x="10578" y="17835"/>
                  </a:moveTo>
                  <a:cubicBezTo>
                    <a:pt x="10579" y="17836"/>
                    <a:pt x="10580" y="17836"/>
                    <a:pt x="10581" y="17837"/>
                  </a:cubicBezTo>
                  <a:lnTo>
                    <a:pt x="10581" y="17837"/>
                  </a:lnTo>
                  <a:cubicBezTo>
                    <a:pt x="10580" y="17836"/>
                    <a:pt x="10579" y="17836"/>
                    <a:pt x="10578" y="17835"/>
                  </a:cubicBezTo>
                  <a:close/>
                  <a:moveTo>
                    <a:pt x="5239" y="0"/>
                  </a:moveTo>
                  <a:cubicBezTo>
                    <a:pt x="4787" y="0"/>
                    <a:pt x="4317" y="56"/>
                    <a:pt x="3830" y="175"/>
                  </a:cubicBezTo>
                  <a:cubicBezTo>
                    <a:pt x="2706" y="449"/>
                    <a:pt x="1703" y="1057"/>
                    <a:pt x="1095" y="2060"/>
                  </a:cubicBezTo>
                  <a:cubicBezTo>
                    <a:pt x="0" y="3853"/>
                    <a:pt x="487" y="6224"/>
                    <a:pt x="1459" y="8139"/>
                  </a:cubicBezTo>
                  <a:cubicBezTo>
                    <a:pt x="3131" y="11482"/>
                    <a:pt x="6444" y="14644"/>
                    <a:pt x="9362" y="16984"/>
                  </a:cubicBezTo>
                  <a:cubicBezTo>
                    <a:pt x="9423" y="17045"/>
                    <a:pt x="9483" y="17075"/>
                    <a:pt x="9544" y="17105"/>
                  </a:cubicBezTo>
                  <a:lnTo>
                    <a:pt x="9544" y="17105"/>
                  </a:lnTo>
                  <a:cubicBezTo>
                    <a:pt x="9550" y="17094"/>
                    <a:pt x="10336" y="16832"/>
                    <a:pt x="10365" y="16832"/>
                  </a:cubicBezTo>
                  <a:cubicBezTo>
                    <a:pt x="10791" y="16771"/>
                    <a:pt x="11216" y="16710"/>
                    <a:pt x="11642" y="16680"/>
                  </a:cubicBezTo>
                  <a:cubicBezTo>
                    <a:pt x="11824" y="16680"/>
                    <a:pt x="12037" y="16680"/>
                    <a:pt x="12159" y="16771"/>
                  </a:cubicBezTo>
                  <a:cubicBezTo>
                    <a:pt x="12767" y="17197"/>
                    <a:pt x="11551" y="17592"/>
                    <a:pt x="11277" y="17683"/>
                  </a:cubicBezTo>
                  <a:cubicBezTo>
                    <a:pt x="11199" y="17709"/>
                    <a:pt x="10807" y="17847"/>
                    <a:pt x="10640" y="17847"/>
                  </a:cubicBezTo>
                  <a:cubicBezTo>
                    <a:pt x="10614" y="17847"/>
                    <a:pt x="10594" y="17844"/>
                    <a:pt x="10581" y="17837"/>
                  </a:cubicBezTo>
                  <a:lnTo>
                    <a:pt x="10581" y="17837"/>
                  </a:lnTo>
                  <a:cubicBezTo>
                    <a:pt x="11431" y="18353"/>
                    <a:pt x="12281" y="18839"/>
                    <a:pt x="13101" y="19385"/>
                  </a:cubicBezTo>
                  <a:cubicBezTo>
                    <a:pt x="13496" y="19689"/>
                    <a:pt x="13952" y="19963"/>
                    <a:pt x="14438" y="20115"/>
                  </a:cubicBezTo>
                  <a:cubicBezTo>
                    <a:pt x="14604" y="20156"/>
                    <a:pt x="14781" y="20180"/>
                    <a:pt x="14958" y="20180"/>
                  </a:cubicBezTo>
                  <a:cubicBezTo>
                    <a:pt x="15298" y="20180"/>
                    <a:pt x="15637" y="20092"/>
                    <a:pt x="15897" y="19872"/>
                  </a:cubicBezTo>
                  <a:cubicBezTo>
                    <a:pt x="16748" y="19112"/>
                    <a:pt x="15472" y="18443"/>
                    <a:pt x="16779" y="18048"/>
                  </a:cubicBezTo>
                  <a:cubicBezTo>
                    <a:pt x="17387" y="17896"/>
                    <a:pt x="17782" y="17258"/>
                    <a:pt x="17843" y="16619"/>
                  </a:cubicBezTo>
                  <a:cubicBezTo>
                    <a:pt x="17934" y="16011"/>
                    <a:pt x="17751" y="15373"/>
                    <a:pt x="17539" y="14765"/>
                  </a:cubicBezTo>
                  <a:cubicBezTo>
                    <a:pt x="16201" y="10905"/>
                    <a:pt x="13830" y="7470"/>
                    <a:pt x="11460" y="4096"/>
                  </a:cubicBezTo>
                  <a:cubicBezTo>
                    <a:pt x="9953" y="1915"/>
                    <a:pt x="7893" y="0"/>
                    <a:pt x="523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8"/>
            <p:cNvSpPr/>
            <p:nvPr/>
          </p:nvSpPr>
          <p:spPr>
            <a:xfrm flipH="1">
              <a:off x="6795049" y="1817172"/>
              <a:ext cx="639516" cy="653070"/>
            </a:xfrm>
            <a:custGeom>
              <a:avLst/>
              <a:gdLst/>
              <a:ahLst/>
              <a:cxnLst/>
              <a:rect l="l" t="t" r="r" b="b"/>
              <a:pathLst>
                <a:path w="20336" h="20767" extrusionOk="0">
                  <a:moveTo>
                    <a:pt x="16779" y="6714"/>
                  </a:moveTo>
                  <a:cubicBezTo>
                    <a:pt x="17022" y="6714"/>
                    <a:pt x="17296" y="6775"/>
                    <a:pt x="17417" y="6988"/>
                  </a:cubicBezTo>
                  <a:cubicBezTo>
                    <a:pt x="17569" y="7292"/>
                    <a:pt x="17235" y="7596"/>
                    <a:pt x="16931" y="7778"/>
                  </a:cubicBezTo>
                  <a:cubicBezTo>
                    <a:pt x="16901" y="7808"/>
                    <a:pt x="16901" y="7808"/>
                    <a:pt x="16870" y="7839"/>
                  </a:cubicBezTo>
                  <a:cubicBezTo>
                    <a:pt x="15958" y="8325"/>
                    <a:pt x="14986" y="8903"/>
                    <a:pt x="13952" y="9024"/>
                  </a:cubicBezTo>
                  <a:cubicBezTo>
                    <a:pt x="13853" y="9033"/>
                    <a:pt x="13699" y="9045"/>
                    <a:pt x="13529" y="9045"/>
                  </a:cubicBezTo>
                  <a:cubicBezTo>
                    <a:pt x="13127" y="9045"/>
                    <a:pt x="12630" y="8980"/>
                    <a:pt x="12524" y="8660"/>
                  </a:cubicBezTo>
                  <a:cubicBezTo>
                    <a:pt x="12341" y="8112"/>
                    <a:pt x="13253" y="7596"/>
                    <a:pt x="13618" y="7413"/>
                  </a:cubicBezTo>
                  <a:cubicBezTo>
                    <a:pt x="14591" y="6957"/>
                    <a:pt x="15685" y="6714"/>
                    <a:pt x="16779" y="6714"/>
                  </a:cubicBezTo>
                  <a:close/>
                  <a:moveTo>
                    <a:pt x="10927" y="5510"/>
                  </a:moveTo>
                  <a:cubicBezTo>
                    <a:pt x="10986" y="5510"/>
                    <a:pt x="11043" y="5524"/>
                    <a:pt x="11095" y="5559"/>
                  </a:cubicBezTo>
                  <a:cubicBezTo>
                    <a:pt x="11430" y="5802"/>
                    <a:pt x="11521" y="6198"/>
                    <a:pt x="11490" y="6653"/>
                  </a:cubicBezTo>
                  <a:cubicBezTo>
                    <a:pt x="11430" y="7565"/>
                    <a:pt x="10852" y="8720"/>
                    <a:pt x="10518" y="9146"/>
                  </a:cubicBezTo>
                  <a:cubicBezTo>
                    <a:pt x="10453" y="9253"/>
                    <a:pt x="10328" y="9361"/>
                    <a:pt x="10217" y="9361"/>
                  </a:cubicBezTo>
                  <a:cubicBezTo>
                    <a:pt x="10171" y="9361"/>
                    <a:pt x="10128" y="9342"/>
                    <a:pt x="10092" y="9298"/>
                  </a:cubicBezTo>
                  <a:cubicBezTo>
                    <a:pt x="10062" y="9267"/>
                    <a:pt x="10062" y="9207"/>
                    <a:pt x="10062" y="9146"/>
                  </a:cubicBezTo>
                  <a:cubicBezTo>
                    <a:pt x="10031" y="8872"/>
                    <a:pt x="10031" y="8416"/>
                    <a:pt x="10062" y="8295"/>
                  </a:cubicBezTo>
                  <a:cubicBezTo>
                    <a:pt x="10001" y="7444"/>
                    <a:pt x="9849" y="6380"/>
                    <a:pt x="10518" y="5711"/>
                  </a:cubicBezTo>
                  <a:cubicBezTo>
                    <a:pt x="10626" y="5603"/>
                    <a:pt x="10781" y="5510"/>
                    <a:pt x="10927" y="5510"/>
                  </a:cubicBezTo>
                  <a:close/>
                  <a:moveTo>
                    <a:pt x="9732" y="14091"/>
                  </a:moveTo>
                  <a:cubicBezTo>
                    <a:pt x="10332" y="14091"/>
                    <a:pt x="10997" y="14179"/>
                    <a:pt x="11034" y="14496"/>
                  </a:cubicBezTo>
                  <a:cubicBezTo>
                    <a:pt x="11065" y="14799"/>
                    <a:pt x="10761" y="15012"/>
                    <a:pt x="10305" y="15164"/>
                  </a:cubicBezTo>
                  <a:cubicBezTo>
                    <a:pt x="9515" y="15438"/>
                    <a:pt x="8329" y="15468"/>
                    <a:pt x="8056" y="15529"/>
                  </a:cubicBezTo>
                  <a:cubicBezTo>
                    <a:pt x="7630" y="15590"/>
                    <a:pt x="7204" y="15651"/>
                    <a:pt x="6809" y="15711"/>
                  </a:cubicBezTo>
                  <a:cubicBezTo>
                    <a:pt x="6718" y="15559"/>
                    <a:pt x="6870" y="15377"/>
                    <a:pt x="6992" y="15225"/>
                  </a:cubicBezTo>
                  <a:cubicBezTo>
                    <a:pt x="7539" y="14769"/>
                    <a:pt x="8147" y="14374"/>
                    <a:pt x="8846" y="14161"/>
                  </a:cubicBezTo>
                  <a:cubicBezTo>
                    <a:pt x="8999" y="14126"/>
                    <a:pt x="9353" y="14091"/>
                    <a:pt x="9732" y="14091"/>
                  </a:cubicBezTo>
                  <a:close/>
                  <a:moveTo>
                    <a:pt x="18891" y="0"/>
                  </a:moveTo>
                  <a:cubicBezTo>
                    <a:pt x="18590" y="0"/>
                    <a:pt x="18276" y="71"/>
                    <a:pt x="17995" y="149"/>
                  </a:cubicBezTo>
                  <a:cubicBezTo>
                    <a:pt x="16931" y="453"/>
                    <a:pt x="15898" y="818"/>
                    <a:pt x="14895" y="1273"/>
                  </a:cubicBezTo>
                  <a:cubicBezTo>
                    <a:pt x="14864" y="1273"/>
                    <a:pt x="15168" y="3918"/>
                    <a:pt x="15047" y="4252"/>
                  </a:cubicBezTo>
                  <a:cubicBezTo>
                    <a:pt x="14940" y="4549"/>
                    <a:pt x="14493" y="4921"/>
                    <a:pt x="14109" y="4921"/>
                  </a:cubicBezTo>
                  <a:cubicBezTo>
                    <a:pt x="13943" y="4921"/>
                    <a:pt x="13789" y="4852"/>
                    <a:pt x="13679" y="4678"/>
                  </a:cubicBezTo>
                  <a:cubicBezTo>
                    <a:pt x="13588" y="4526"/>
                    <a:pt x="13588" y="4343"/>
                    <a:pt x="13588" y="4161"/>
                  </a:cubicBezTo>
                  <a:cubicBezTo>
                    <a:pt x="13618" y="3462"/>
                    <a:pt x="13679" y="2732"/>
                    <a:pt x="13648" y="2003"/>
                  </a:cubicBezTo>
                  <a:lnTo>
                    <a:pt x="13648" y="2003"/>
                  </a:lnTo>
                  <a:cubicBezTo>
                    <a:pt x="10852" y="3219"/>
                    <a:pt x="8420" y="5134"/>
                    <a:pt x="6353" y="7413"/>
                  </a:cubicBezTo>
                  <a:cubicBezTo>
                    <a:pt x="5867" y="7991"/>
                    <a:pt x="4773" y="8903"/>
                    <a:pt x="4803" y="9693"/>
                  </a:cubicBezTo>
                  <a:cubicBezTo>
                    <a:pt x="4803" y="10149"/>
                    <a:pt x="5168" y="10726"/>
                    <a:pt x="5229" y="11213"/>
                  </a:cubicBezTo>
                  <a:cubicBezTo>
                    <a:pt x="5290" y="11760"/>
                    <a:pt x="5290" y="12337"/>
                    <a:pt x="5198" y="12885"/>
                  </a:cubicBezTo>
                  <a:cubicBezTo>
                    <a:pt x="5198" y="13006"/>
                    <a:pt x="5138" y="13158"/>
                    <a:pt x="5016" y="13189"/>
                  </a:cubicBezTo>
                  <a:cubicBezTo>
                    <a:pt x="4997" y="13195"/>
                    <a:pt x="4978" y="13198"/>
                    <a:pt x="4959" y="13198"/>
                  </a:cubicBezTo>
                  <a:cubicBezTo>
                    <a:pt x="4803" y="13198"/>
                    <a:pt x="4678" y="12984"/>
                    <a:pt x="4651" y="12793"/>
                  </a:cubicBezTo>
                  <a:cubicBezTo>
                    <a:pt x="4499" y="11973"/>
                    <a:pt x="4469" y="11152"/>
                    <a:pt x="4378" y="10301"/>
                  </a:cubicBezTo>
                  <a:cubicBezTo>
                    <a:pt x="2584" y="12094"/>
                    <a:pt x="1642" y="15012"/>
                    <a:pt x="1065" y="17413"/>
                  </a:cubicBezTo>
                  <a:cubicBezTo>
                    <a:pt x="943" y="17991"/>
                    <a:pt x="1" y="20392"/>
                    <a:pt x="578" y="20757"/>
                  </a:cubicBezTo>
                  <a:cubicBezTo>
                    <a:pt x="589" y="20764"/>
                    <a:pt x="607" y="20767"/>
                    <a:pt x="631" y="20767"/>
                  </a:cubicBezTo>
                  <a:cubicBezTo>
                    <a:pt x="1156" y="20767"/>
                    <a:pt x="4710" y="19260"/>
                    <a:pt x="5320" y="19085"/>
                  </a:cubicBezTo>
                  <a:cubicBezTo>
                    <a:pt x="8572" y="18295"/>
                    <a:pt x="11733" y="16532"/>
                    <a:pt x="13983" y="13766"/>
                  </a:cubicBezTo>
                  <a:cubicBezTo>
                    <a:pt x="15351" y="12094"/>
                    <a:pt x="16658" y="10301"/>
                    <a:pt x="17721" y="8386"/>
                  </a:cubicBezTo>
                  <a:cubicBezTo>
                    <a:pt x="18572" y="6836"/>
                    <a:pt x="20031" y="4313"/>
                    <a:pt x="19880" y="2520"/>
                  </a:cubicBezTo>
                  <a:cubicBezTo>
                    <a:pt x="19606" y="2520"/>
                    <a:pt x="19302" y="2611"/>
                    <a:pt x="18998" y="2732"/>
                  </a:cubicBezTo>
                  <a:cubicBezTo>
                    <a:pt x="18694" y="2854"/>
                    <a:pt x="18390" y="2976"/>
                    <a:pt x="18025" y="2976"/>
                  </a:cubicBezTo>
                  <a:cubicBezTo>
                    <a:pt x="17995" y="2976"/>
                    <a:pt x="17934" y="2976"/>
                    <a:pt x="17904" y="2945"/>
                  </a:cubicBezTo>
                  <a:cubicBezTo>
                    <a:pt x="17843" y="2915"/>
                    <a:pt x="17843" y="2854"/>
                    <a:pt x="17843" y="2824"/>
                  </a:cubicBezTo>
                  <a:cubicBezTo>
                    <a:pt x="17813" y="2398"/>
                    <a:pt x="18177" y="2033"/>
                    <a:pt x="18572" y="1881"/>
                  </a:cubicBezTo>
                  <a:cubicBezTo>
                    <a:pt x="18876" y="1729"/>
                    <a:pt x="19849" y="1760"/>
                    <a:pt x="20062" y="1547"/>
                  </a:cubicBezTo>
                  <a:cubicBezTo>
                    <a:pt x="20335" y="1243"/>
                    <a:pt x="19940" y="453"/>
                    <a:pt x="19667" y="240"/>
                  </a:cubicBezTo>
                  <a:cubicBezTo>
                    <a:pt x="19445" y="63"/>
                    <a:pt x="19174" y="0"/>
                    <a:pt x="1889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8"/>
            <p:cNvSpPr/>
            <p:nvPr/>
          </p:nvSpPr>
          <p:spPr>
            <a:xfrm flipH="1">
              <a:off x="7093297" y="2145853"/>
              <a:ext cx="366112" cy="535331"/>
            </a:xfrm>
            <a:custGeom>
              <a:avLst/>
              <a:gdLst/>
              <a:ahLst/>
              <a:cxnLst/>
              <a:rect l="l" t="t" r="r" b="b"/>
              <a:pathLst>
                <a:path w="11642" h="17023" fill="none" extrusionOk="0">
                  <a:moveTo>
                    <a:pt x="11642" y="1"/>
                  </a:moveTo>
                  <a:cubicBezTo>
                    <a:pt x="9423" y="1946"/>
                    <a:pt x="7235" y="3892"/>
                    <a:pt x="5046" y="5837"/>
                  </a:cubicBezTo>
                  <a:cubicBezTo>
                    <a:pt x="3861" y="6870"/>
                    <a:pt x="2675" y="7934"/>
                    <a:pt x="1855" y="9302"/>
                  </a:cubicBezTo>
                  <a:cubicBezTo>
                    <a:pt x="517" y="11551"/>
                    <a:pt x="244" y="14348"/>
                    <a:pt x="0" y="17022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8"/>
            <p:cNvSpPr/>
            <p:nvPr/>
          </p:nvSpPr>
          <p:spPr>
            <a:xfrm flipH="1">
              <a:off x="7489970" y="2073211"/>
              <a:ext cx="193119" cy="754205"/>
            </a:xfrm>
            <a:custGeom>
              <a:avLst/>
              <a:gdLst/>
              <a:ahLst/>
              <a:cxnLst/>
              <a:rect l="l" t="t" r="r" b="b"/>
              <a:pathLst>
                <a:path w="6141" h="23983" fill="none" extrusionOk="0">
                  <a:moveTo>
                    <a:pt x="1" y="1"/>
                  </a:moveTo>
                  <a:cubicBezTo>
                    <a:pt x="2828" y="4408"/>
                    <a:pt x="5563" y="9241"/>
                    <a:pt x="5928" y="14652"/>
                  </a:cubicBezTo>
                  <a:cubicBezTo>
                    <a:pt x="6141" y="17752"/>
                    <a:pt x="5533" y="20943"/>
                    <a:pt x="6110" y="2398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8"/>
            <p:cNvSpPr/>
            <p:nvPr/>
          </p:nvSpPr>
          <p:spPr>
            <a:xfrm flipH="1">
              <a:off x="7207985" y="1467233"/>
              <a:ext cx="270543" cy="1289473"/>
            </a:xfrm>
            <a:custGeom>
              <a:avLst/>
              <a:gdLst/>
              <a:ahLst/>
              <a:cxnLst/>
              <a:rect l="l" t="t" r="r" b="b"/>
              <a:pathLst>
                <a:path w="8603" h="41004" fill="none" extrusionOk="0">
                  <a:moveTo>
                    <a:pt x="8602" y="0"/>
                  </a:moveTo>
                  <a:cubicBezTo>
                    <a:pt x="6536" y="4620"/>
                    <a:pt x="1399" y="17660"/>
                    <a:pt x="639" y="22766"/>
                  </a:cubicBezTo>
                  <a:cubicBezTo>
                    <a:pt x="213" y="25441"/>
                    <a:pt x="183" y="28177"/>
                    <a:pt x="122" y="30882"/>
                  </a:cubicBezTo>
                  <a:lnTo>
                    <a:pt x="1" y="410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8"/>
            <p:cNvSpPr/>
            <p:nvPr/>
          </p:nvSpPr>
          <p:spPr>
            <a:xfrm flipH="1">
              <a:off x="7227099" y="2628560"/>
              <a:ext cx="484669" cy="403409"/>
            </a:xfrm>
            <a:custGeom>
              <a:avLst/>
              <a:gdLst/>
              <a:ahLst/>
              <a:cxnLst/>
              <a:rect l="l" t="t" r="r" b="b"/>
              <a:pathLst>
                <a:path w="15412" h="12828" extrusionOk="0">
                  <a:moveTo>
                    <a:pt x="1" y="1"/>
                  </a:moveTo>
                  <a:cubicBezTo>
                    <a:pt x="1" y="1"/>
                    <a:pt x="1065" y="12797"/>
                    <a:pt x="1065" y="12828"/>
                  </a:cubicBezTo>
                  <a:cubicBezTo>
                    <a:pt x="1065" y="12828"/>
                    <a:pt x="14500" y="12676"/>
                    <a:pt x="14530" y="12615"/>
                  </a:cubicBezTo>
                  <a:lnTo>
                    <a:pt x="1541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9"/>
          <p:cNvSpPr/>
          <p:nvPr/>
        </p:nvSpPr>
        <p:spPr>
          <a:xfrm>
            <a:off x="887100" y="1847150"/>
            <a:ext cx="2222100" cy="222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9"/>
          <p:cNvSpPr txBox="1">
            <a:spLocks noGrp="1"/>
          </p:cNvSpPr>
          <p:nvPr>
            <p:ph type="title"/>
          </p:nvPr>
        </p:nvSpPr>
        <p:spPr>
          <a:xfrm>
            <a:off x="4438625" y="445025"/>
            <a:ext cx="34578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Exemple:</a:t>
            </a:r>
            <a:r>
              <a:rPr lang="en" sz="2400" dirty="0" smtClean="0"/>
              <a:t>Factoriel!</a:t>
            </a:r>
            <a:endParaRPr sz="2400"/>
          </a:p>
        </p:txBody>
      </p:sp>
      <p:sp>
        <p:nvSpPr>
          <p:cNvPr id="678" name="Google Shape;678;p49"/>
          <p:cNvSpPr txBox="1">
            <a:spLocks noGrp="1"/>
          </p:cNvSpPr>
          <p:nvPr>
            <p:ph type="subTitle" idx="1"/>
          </p:nvPr>
        </p:nvSpPr>
        <p:spPr>
          <a:xfrm>
            <a:off x="4438625" y="1956325"/>
            <a:ext cx="3992100" cy="24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rgbClr val="1A1A1A"/>
              </a:buClr>
              <a:buSzPts val="1100"/>
              <a:buNone/>
            </a:pPr>
            <a:r>
              <a:rPr lang="fr-FR" dirty="0" smtClean="0"/>
              <a:t>To </a:t>
            </a:r>
            <a:r>
              <a:rPr lang="fr-FR" dirty="0" err="1" smtClean="0"/>
              <a:t>calculate</a:t>
            </a:r>
            <a:r>
              <a:rPr lang="fr-FR" dirty="0" smtClean="0"/>
              <a:t> </a:t>
            </a:r>
            <a:r>
              <a:rPr lang="fr-FR" dirty="0" err="1" smtClean="0"/>
              <a:t>factorial</a:t>
            </a:r>
            <a:r>
              <a:rPr lang="fr-FR" dirty="0" smtClean="0"/>
              <a:t> of n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apply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formula :</a:t>
            </a:r>
            <a:br>
              <a:rPr lang="fr-FR" dirty="0" smtClean="0"/>
            </a:br>
            <a:r>
              <a:rPr lang="fr-FR" dirty="0" smtClean="0"/>
              <a:t>n! = n x (n-1) x (n-2) x . . . x 2 x 1</a:t>
            </a:r>
            <a:endParaRPr/>
          </a:p>
          <a:p>
            <a:pPr lvl="0" indent="-330200">
              <a:buFont typeface="Baloo 2"/>
              <a:buChar char="●"/>
            </a:pPr>
            <a:r>
              <a:rPr lang="en-US" dirty="0" smtClean="0"/>
              <a:t> “How we calculate factorial of </a:t>
            </a:r>
            <a:r>
              <a:rPr lang="en-US" dirty="0" smtClean="0"/>
              <a:t>n-1 ?”</a:t>
            </a:r>
            <a:r>
              <a:rPr lang="en" dirty="0" smtClean="0"/>
              <a:t>You </a:t>
            </a:r>
            <a:r>
              <a:rPr lang="en" dirty="0"/>
              <a:t>can organize your ideas </a:t>
            </a:r>
            <a:endParaRPr lang="en" dirty="0" smtClean="0"/>
          </a:p>
          <a:p>
            <a:pPr lvl="0" indent="-330200">
              <a:buNone/>
            </a:pPr>
            <a:r>
              <a:rPr lang="pt-BR" dirty="0" smtClean="0"/>
              <a:t>	n-1</a:t>
            </a:r>
            <a:r>
              <a:rPr lang="pt-BR" dirty="0" smtClean="0"/>
              <a:t>! = (n-1) x (n-2) x . . . x 2 x 1</a:t>
            </a:r>
            <a:endParaRPr/>
          </a:p>
          <a:p>
            <a:pPr lvl="0" indent="-330200">
              <a:buFont typeface="Baloo 2"/>
              <a:buChar char="●"/>
            </a:pPr>
            <a:r>
              <a:rPr lang="fr-FR" dirty="0" smtClean="0"/>
              <a:t> n! = n x (n-1</a:t>
            </a:r>
            <a:r>
              <a:rPr lang="fr-FR" dirty="0" smtClean="0"/>
              <a:t>)!</a:t>
            </a:r>
          </a:p>
          <a:p>
            <a:pPr lvl="0" indent="-330200">
              <a:buFont typeface="Baloo 2"/>
              <a:buChar char="●"/>
            </a:pPr>
            <a:r>
              <a:rPr lang="fr-FR" dirty="0" smtClean="0"/>
              <a:t>The base </a:t>
            </a:r>
            <a:r>
              <a:rPr lang="fr-FR" dirty="0" smtClean="0"/>
              <a:t>case: </a:t>
            </a:r>
            <a:r>
              <a:rPr lang="en-US" dirty="0" smtClean="0"/>
              <a:t>factorial of 0 equals 1</a:t>
            </a:r>
          </a:p>
          <a:p>
            <a:pPr indent="-330200">
              <a:buFont typeface="Baloo 2"/>
              <a:buChar char="●"/>
            </a:pPr>
            <a:endParaRPr lang="fr-FR" dirty="0" smtClean="0"/>
          </a:p>
          <a:p>
            <a:pPr lvl="0" indent="-330200">
              <a:buFont typeface="Baloo 2"/>
              <a:buChar char="●"/>
            </a:pPr>
            <a:endParaRPr/>
          </a:p>
        </p:txBody>
      </p:sp>
      <p:grpSp>
        <p:nvGrpSpPr>
          <p:cNvPr id="679" name="Google Shape;679;p49"/>
          <p:cNvGrpSpPr/>
          <p:nvPr/>
        </p:nvGrpSpPr>
        <p:grpSpPr>
          <a:xfrm>
            <a:off x="1351240" y="1411690"/>
            <a:ext cx="2625203" cy="2874889"/>
            <a:chOff x="5807650" y="1609575"/>
            <a:chExt cx="2505443" cy="2743738"/>
          </a:xfrm>
        </p:grpSpPr>
        <p:sp>
          <p:nvSpPr>
            <p:cNvPr id="680" name="Google Shape;680;p49"/>
            <p:cNvSpPr/>
            <p:nvPr/>
          </p:nvSpPr>
          <p:spPr>
            <a:xfrm>
              <a:off x="6742830" y="3258654"/>
              <a:ext cx="693129" cy="962729"/>
            </a:xfrm>
            <a:custGeom>
              <a:avLst/>
              <a:gdLst/>
              <a:ahLst/>
              <a:cxnLst/>
              <a:rect l="l" t="t" r="r" b="b"/>
              <a:pathLst>
                <a:path w="14531" h="20183" fill="none" extrusionOk="0">
                  <a:moveTo>
                    <a:pt x="14530" y="20183"/>
                  </a:moveTo>
                  <a:lnTo>
                    <a:pt x="10609" y="0"/>
                  </a:lnTo>
                  <a:lnTo>
                    <a:pt x="5594" y="0"/>
                  </a:lnTo>
                  <a:lnTo>
                    <a:pt x="1" y="2018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9"/>
            <p:cNvSpPr/>
            <p:nvPr/>
          </p:nvSpPr>
          <p:spPr>
            <a:xfrm>
              <a:off x="6512338" y="2147550"/>
              <a:ext cx="1259948" cy="1249025"/>
            </a:xfrm>
            <a:custGeom>
              <a:avLst/>
              <a:gdLst/>
              <a:ahLst/>
              <a:cxnLst/>
              <a:rect l="l" t="t" r="r" b="b"/>
              <a:pathLst>
                <a:path w="26414" h="26185" extrusionOk="0">
                  <a:moveTo>
                    <a:pt x="20094" y="1"/>
                  </a:moveTo>
                  <a:cubicBezTo>
                    <a:pt x="19455" y="1"/>
                    <a:pt x="18807" y="132"/>
                    <a:pt x="18177" y="405"/>
                  </a:cubicBezTo>
                  <a:cubicBezTo>
                    <a:pt x="16323" y="1165"/>
                    <a:pt x="15654" y="2898"/>
                    <a:pt x="15380" y="4782"/>
                  </a:cubicBezTo>
                  <a:cubicBezTo>
                    <a:pt x="15137" y="6484"/>
                    <a:pt x="14803" y="8217"/>
                    <a:pt x="14408" y="9919"/>
                  </a:cubicBezTo>
                  <a:cubicBezTo>
                    <a:pt x="13921" y="11865"/>
                    <a:pt x="13344" y="13840"/>
                    <a:pt x="12158" y="15482"/>
                  </a:cubicBezTo>
                  <a:cubicBezTo>
                    <a:pt x="11034" y="17062"/>
                    <a:pt x="9605" y="17822"/>
                    <a:pt x="7751" y="18308"/>
                  </a:cubicBezTo>
                  <a:cubicBezTo>
                    <a:pt x="5927" y="18795"/>
                    <a:pt x="3830" y="19585"/>
                    <a:pt x="2128" y="20497"/>
                  </a:cubicBezTo>
                  <a:cubicBezTo>
                    <a:pt x="0" y="21652"/>
                    <a:pt x="456" y="23415"/>
                    <a:pt x="2371" y="24661"/>
                  </a:cubicBezTo>
                  <a:cubicBezTo>
                    <a:pt x="3344" y="25299"/>
                    <a:pt x="4499" y="25603"/>
                    <a:pt x="5654" y="25816"/>
                  </a:cubicBezTo>
                  <a:cubicBezTo>
                    <a:pt x="6995" y="26063"/>
                    <a:pt x="8356" y="26184"/>
                    <a:pt x="9717" y="26184"/>
                  </a:cubicBezTo>
                  <a:cubicBezTo>
                    <a:pt x="12548" y="26184"/>
                    <a:pt x="15376" y="25657"/>
                    <a:pt x="18025" y="24631"/>
                  </a:cubicBezTo>
                  <a:cubicBezTo>
                    <a:pt x="19696" y="23962"/>
                    <a:pt x="21368" y="23080"/>
                    <a:pt x="22554" y="21713"/>
                  </a:cubicBezTo>
                  <a:cubicBezTo>
                    <a:pt x="23648" y="20436"/>
                    <a:pt x="24499" y="18825"/>
                    <a:pt x="25076" y="17062"/>
                  </a:cubicBezTo>
                  <a:cubicBezTo>
                    <a:pt x="26201" y="13627"/>
                    <a:pt x="26414" y="9615"/>
                    <a:pt x="25867" y="6545"/>
                  </a:cubicBezTo>
                  <a:cubicBezTo>
                    <a:pt x="25532" y="4630"/>
                    <a:pt x="24894" y="2655"/>
                    <a:pt x="23435" y="1348"/>
                  </a:cubicBezTo>
                  <a:cubicBezTo>
                    <a:pt x="22480" y="472"/>
                    <a:pt x="21304" y="1"/>
                    <a:pt x="2009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9"/>
            <p:cNvSpPr/>
            <p:nvPr/>
          </p:nvSpPr>
          <p:spPr>
            <a:xfrm>
              <a:off x="6953096" y="1629800"/>
              <a:ext cx="519071" cy="369150"/>
            </a:xfrm>
            <a:custGeom>
              <a:avLst/>
              <a:gdLst/>
              <a:ahLst/>
              <a:cxnLst/>
              <a:rect l="l" t="t" r="r" b="b"/>
              <a:pathLst>
                <a:path w="10882" h="7739" extrusionOk="0">
                  <a:moveTo>
                    <a:pt x="3576" y="0"/>
                  </a:moveTo>
                  <a:cubicBezTo>
                    <a:pt x="3470" y="0"/>
                    <a:pt x="3369" y="22"/>
                    <a:pt x="3283" y="43"/>
                  </a:cubicBezTo>
                  <a:cubicBezTo>
                    <a:pt x="2676" y="195"/>
                    <a:pt x="2251" y="1014"/>
                    <a:pt x="2280" y="1622"/>
                  </a:cubicBezTo>
                  <a:lnTo>
                    <a:pt x="2280" y="1622"/>
                  </a:lnTo>
                  <a:cubicBezTo>
                    <a:pt x="2279" y="1610"/>
                    <a:pt x="2269" y="1605"/>
                    <a:pt x="2252" y="1605"/>
                  </a:cubicBezTo>
                  <a:cubicBezTo>
                    <a:pt x="2143" y="1605"/>
                    <a:pt x="1759" y="1811"/>
                    <a:pt x="1733" y="1837"/>
                  </a:cubicBezTo>
                  <a:cubicBezTo>
                    <a:pt x="1520" y="2019"/>
                    <a:pt x="1399" y="2232"/>
                    <a:pt x="1338" y="2505"/>
                  </a:cubicBezTo>
                  <a:cubicBezTo>
                    <a:pt x="1216" y="3053"/>
                    <a:pt x="1277" y="3721"/>
                    <a:pt x="1490" y="4208"/>
                  </a:cubicBezTo>
                  <a:cubicBezTo>
                    <a:pt x="426" y="4967"/>
                    <a:pt x="0" y="6578"/>
                    <a:pt x="1247" y="7430"/>
                  </a:cubicBezTo>
                  <a:cubicBezTo>
                    <a:pt x="1542" y="7639"/>
                    <a:pt x="1902" y="7738"/>
                    <a:pt x="2265" y="7738"/>
                  </a:cubicBezTo>
                  <a:cubicBezTo>
                    <a:pt x="2797" y="7738"/>
                    <a:pt x="3335" y="7523"/>
                    <a:pt x="3678" y="7126"/>
                  </a:cubicBezTo>
                  <a:cubicBezTo>
                    <a:pt x="4195" y="7490"/>
                    <a:pt x="4864" y="7612"/>
                    <a:pt x="5502" y="7673"/>
                  </a:cubicBezTo>
                  <a:cubicBezTo>
                    <a:pt x="5863" y="7704"/>
                    <a:pt x="6224" y="7719"/>
                    <a:pt x="6585" y="7719"/>
                  </a:cubicBezTo>
                  <a:cubicBezTo>
                    <a:pt x="7621" y="7719"/>
                    <a:pt x="8652" y="7594"/>
                    <a:pt x="9666" y="7369"/>
                  </a:cubicBezTo>
                  <a:cubicBezTo>
                    <a:pt x="10001" y="7278"/>
                    <a:pt x="10365" y="7217"/>
                    <a:pt x="10578" y="6943"/>
                  </a:cubicBezTo>
                  <a:cubicBezTo>
                    <a:pt x="10791" y="6670"/>
                    <a:pt x="10882" y="6305"/>
                    <a:pt x="10791" y="5971"/>
                  </a:cubicBezTo>
                  <a:cubicBezTo>
                    <a:pt x="10669" y="5636"/>
                    <a:pt x="10335" y="5363"/>
                    <a:pt x="9970" y="5302"/>
                  </a:cubicBezTo>
                  <a:cubicBezTo>
                    <a:pt x="10335" y="4937"/>
                    <a:pt x="10396" y="4329"/>
                    <a:pt x="10153" y="3904"/>
                  </a:cubicBezTo>
                  <a:cubicBezTo>
                    <a:pt x="9930" y="3533"/>
                    <a:pt x="9526" y="3323"/>
                    <a:pt x="9122" y="3323"/>
                  </a:cubicBezTo>
                  <a:cubicBezTo>
                    <a:pt x="9029" y="3323"/>
                    <a:pt x="8936" y="3334"/>
                    <a:pt x="8845" y="3357"/>
                  </a:cubicBezTo>
                  <a:cubicBezTo>
                    <a:pt x="9058" y="2992"/>
                    <a:pt x="9301" y="2566"/>
                    <a:pt x="9149" y="2171"/>
                  </a:cubicBezTo>
                  <a:cubicBezTo>
                    <a:pt x="9058" y="1898"/>
                    <a:pt x="8845" y="1715"/>
                    <a:pt x="8633" y="1594"/>
                  </a:cubicBezTo>
                  <a:cubicBezTo>
                    <a:pt x="8390" y="1442"/>
                    <a:pt x="8146" y="1320"/>
                    <a:pt x="7873" y="1320"/>
                  </a:cubicBezTo>
                  <a:cubicBezTo>
                    <a:pt x="7842" y="1316"/>
                    <a:pt x="7812" y="1314"/>
                    <a:pt x="7780" y="1314"/>
                  </a:cubicBezTo>
                  <a:cubicBezTo>
                    <a:pt x="7563" y="1314"/>
                    <a:pt x="7333" y="1407"/>
                    <a:pt x="7174" y="1594"/>
                  </a:cubicBezTo>
                  <a:cubicBezTo>
                    <a:pt x="7083" y="1229"/>
                    <a:pt x="6839" y="925"/>
                    <a:pt x="6535" y="682"/>
                  </a:cubicBezTo>
                  <a:cubicBezTo>
                    <a:pt x="6231" y="469"/>
                    <a:pt x="5867" y="347"/>
                    <a:pt x="5502" y="226"/>
                  </a:cubicBezTo>
                  <a:cubicBezTo>
                    <a:pt x="5076" y="135"/>
                    <a:pt x="4651" y="43"/>
                    <a:pt x="4225" y="43"/>
                  </a:cubicBezTo>
                  <a:cubicBezTo>
                    <a:pt x="4073" y="43"/>
                    <a:pt x="3891" y="13"/>
                    <a:pt x="3709" y="13"/>
                  </a:cubicBezTo>
                  <a:cubicBezTo>
                    <a:pt x="3664" y="4"/>
                    <a:pt x="3620" y="0"/>
                    <a:pt x="357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9"/>
            <p:cNvSpPr/>
            <p:nvPr/>
          </p:nvSpPr>
          <p:spPr>
            <a:xfrm>
              <a:off x="6966119" y="2008405"/>
              <a:ext cx="417613" cy="890893"/>
            </a:xfrm>
            <a:custGeom>
              <a:avLst/>
              <a:gdLst/>
              <a:ahLst/>
              <a:cxnLst/>
              <a:rect l="l" t="t" r="r" b="b"/>
              <a:pathLst>
                <a:path w="8755" h="18677" extrusionOk="0">
                  <a:moveTo>
                    <a:pt x="4379" y="1"/>
                  </a:moveTo>
                  <a:cubicBezTo>
                    <a:pt x="4298" y="1"/>
                    <a:pt x="4216" y="3"/>
                    <a:pt x="4135" y="9"/>
                  </a:cubicBezTo>
                  <a:cubicBezTo>
                    <a:pt x="3344" y="100"/>
                    <a:pt x="2585" y="222"/>
                    <a:pt x="1794" y="374"/>
                  </a:cubicBezTo>
                  <a:cubicBezTo>
                    <a:pt x="1673" y="404"/>
                    <a:pt x="1521" y="435"/>
                    <a:pt x="1429" y="526"/>
                  </a:cubicBezTo>
                  <a:cubicBezTo>
                    <a:pt x="1126" y="800"/>
                    <a:pt x="1278" y="1255"/>
                    <a:pt x="1247" y="1590"/>
                  </a:cubicBezTo>
                  <a:cubicBezTo>
                    <a:pt x="1217" y="2046"/>
                    <a:pt x="1034" y="2471"/>
                    <a:pt x="913" y="2897"/>
                  </a:cubicBezTo>
                  <a:cubicBezTo>
                    <a:pt x="609" y="4143"/>
                    <a:pt x="700" y="5450"/>
                    <a:pt x="670" y="6727"/>
                  </a:cubicBezTo>
                  <a:cubicBezTo>
                    <a:pt x="578" y="8642"/>
                    <a:pt x="122" y="10496"/>
                    <a:pt x="31" y="12380"/>
                  </a:cubicBezTo>
                  <a:cubicBezTo>
                    <a:pt x="1" y="12867"/>
                    <a:pt x="1" y="13353"/>
                    <a:pt x="62" y="13809"/>
                  </a:cubicBezTo>
                  <a:cubicBezTo>
                    <a:pt x="92" y="14447"/>
                    <a:pt x="214" y="15055"/>
                    <a:pt x="335" y="15663"/>
                  </a:cubicBezTo>
                  <a:cubicBezTo>
                    <a:pt x="426" y="16180"/>
                    <a:pt x="548" y="16727"/>
                    <a:pt x="822" y="17213"/>
                  </a:cubicBezTo>
                  <a:cubicBezTo>
                    <a:pt x="1217" y="17943"/>
                    <a:pt x="1885" y="18034"/>
                    <a:pt x="2554" y="18399"/>
                  </a:cubicBezTo>
                  <a:cubicBezTo>
                    <a:pt x="2884" y="18582"/>
                    <a:pt x="3246" y="18677"/>
                    <a:pt x="3609" y="18677"/>
                  </a:cubicBezTo>
                  <a:cubicBezTo>
                    <a:pt x="3848" y="18677"/>
                    <a:pt x="4087" y="18635"/>
                    <a:pt x="4317" y="18551"/>
                  </a:cubicBezTo>
                  <a:cubicBezTo>
                    <a:pt x="4803" y="18399"/>
                    <a:pt x="5199" y="18125"/>
                    <a:pt x="5594" y="17821"/>
                  </a:cubicBezTo>
                  <a:cubicBezTo>
                    <a:pt x="5867" y="17608"/>
                    <a:pt x="6110" y="17365"/>
                    <a:pt x="6323" y="17092"/>
                  </a:cubicBezTo>
                  <a:cubicBezTo>
                    <a:pt x="6566" y="16727"/>
                    <a:pt x="6718" y="16301"/>
                    <a:pt x="6870" y="15906"/>
                  </a:cubicBezTo>
                  <a:cubicBezTo>
                    <a:pt x="7235" y="14690"/>
                    <a:pt x="7630" y="13505"/>
                    <a:pt x="7934" y="12259"/>
                  </a:cubicBezTo>
                  <a:cubicBezTo>
                    <a:pt x="8512" y="9705"/>
                    <a:pt x="8572" y="7061"/>
                    <a:pt x="8633" y="4417"/>
                  </a:cubicBezTo>
                  <a:cubicBezTo>
                    <a:pt x="8664" y="3596"/>
                    <a:pt x="8755" y="2562"/>
                    <a:pt x="8451" y="1772"/>
                  </a:cubicBezTo>
                  <a:cubicBezTo>
                    <a:pt x="8177" y="982"/>
                    <a:pt x="7387" y="739"/>
                    <a:pt x="6597" y="465"/>
                  </a:cubicBezTo>
                  <a:cubicBezTo>
                    <a:pt x="5882" y="245"/>
                    <a:pt x="5143" y="1"/>
                    <a:pt x="437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9"/>
            <p:cNvSpPr/>
            <p:nvPr/>
          </p:nvSpPr>
          <p:spPr>
            <a:xfrm>
              <a:off x="6716737" y="2027676"/>
              <a:ext cx="381362" cy="830839"/>
            </a:xfrm>
            <a:custGeom>
              <a:avLst/>
              <a:gdLst/>
              <a:ahLst/>
              <a:cxnLst/>
              <a:rect l="l" t="t" r="r" b="b"/>
              <a:pathLst>
                <a:path w="7995" h="17418" extrusionOk="0">
                  <a:moveTo>
                    <a:pt x="7022" y="0"/>
                  </a:moveTo>
                  <a:cubicBezTo>
                    <a:pt x="6171" y="31"/>
                    <a:pt x="5047" y="335"/>
                    <a:pt x="4317" y="821"/>
                  </a:cubicBezTo>
                  <a:cubicBezTo>
                    <a:pt x="2949" y="1733"/>
                    <a:pt x="2341" y="3465"/>
                    <a:pt x="1855" y="5046"/>
                  </a:cubicBezTo>
                  <a:cubicBezTo>
                    <a:pt x="1612" y="5806"/>
                    <a:pt x="1308" y="6596"/>
                    <a:pt x="1065" y="7417"/>
                  </a:cubicBezTo>
                  <a:cubicBezTo>
                    <a:pt x="822" y="8146"/>
                    <a:pt x="578" y="8876"/>
                    <a:pt x="487" y="9605"/>
                  </a:cubicBezTo>
                  <a:cubicBezTo>
                    <a:pt x="335" y="10426"/>
                    <a:pt x="366" y="11308"/>
                    <a:pt x="305" y="12159"/>
                  </a:cubicBezTo>
                  <a:cubicBezTo>
                    <a:pt x="305" y="12615"/>
                    <a:pt x="1" y="14256"/>
                    <a:pt x="274" y="14590"/>
                  </a:cubicBezTo>
                  <a:cubicBezTo>
                    <a:pt x="457" y="14803"/>
                    <a:pt x="609" y="14712"/>
                    <a:pt x="791" y="14925"/>
                  </a:cubicBezTo>
                  <a:cubicBezTo>
                    <a:pt x="2797" y="15685"/>
                    <a:pt x="4803" y="16475"/>
                    <a:pt x="6718" y="17417"/>
                  </a:cubicBezTo>
                  <a:cubicBezTo>
                    <a:pt x="6688" y="17204"/>
                    <a:pt x="6657" y="16992"/>
                    <a:pt x="6657" y="16779"/>
                  </a:cubicBezTo>
                  <a:cubicBezTo>
                    <a:pt x="6475" y="14317"/>
                    <a:pt x="6657" y="11794"/>
                    <a:pt x="7235" y="9332"/>
                  </a:cubicBezTo>
                  <a:cubicBezTo>
                    <a:pt x="7539" y="7994"/>
                    <a:pt x="7995" y="6627"/>
                    <a:pt x="7995" y="5228"/>
                  </a:cubicBezTo>
                  <a:cubicBezTo>
                    <a:pt x="7995" y="4438"/>
                    <a:pt x="7873" y="3678"/>
                    <a:pt x="7691" y="2918"/>
                  </a:cubicBezTo>
                  <a:cubicBezTo>
                    <a:pt x="7509" y="1946"/>
                    <a:pt x="7265" y="973"/>
                    <a:pt x="702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9"/>
            <p:cNvSpPr/>
            <p:nvPr/>
          </p:nvSpPr>
          <p:spPr>
            <a:xfrm>
              <a:off x="7174906" y="2024433"/>
              <a:ext cx="359610" cy="1102586"/>
            </a:xfrm>
            <a:custGeom>
              <a:avLst/>
              <a:gdLst/>
              <a:ahLst/>
              <a:cxnLst/>
              <a:rect l="l" t="t" r="r" b="b"/>
              <a:pathLst>
                <a:path w="7539" h="23115" extrusionOk="0">
                  <a:moveTo>
                    <a:pt x="3150" y="0"/>
                  </a:moveTo>
                  <a:cubicBezTo>
                    <a:pt x="3028" y="0"/>
                    <a:pt x="2918" y="31"/>
                    <a:pt x="2828" y="99"/>
                  </a:cubicBezTo>
                  <a:cubicBezTo>
                    <a:pt x="2463" y="372"/>
                    <a:pt x="2250" y="1771"/>
                    <a:pt x="2068" y="2196"/>
                  </a:cubicBezTo>
                  <a:cubicBezTo>
                    <a:pt x="1764" y="2956"/>
                    <a:pt x="1429" y="3716"/>
                    <a:pt x="1065" y="4445"/>
                  </a:cubicBezTo>
                  <a:cubicBezTo>
                    <a:pt x="882" y="4810"/>
                    <a:pt x="670" y="5175"/>
                    <a:pt x="609" y="5600"/>
                  </a:cubicBezTo>
                  <a:cubicBezTo>
                    <a:pt x="548" y="5874"/>
                    <a:pt x="548" y="6178"/>
                    <a:pt x="548" y="6482"/>
                  </a:cubicBezTo>
                  <a:cubicBezTo>
                    <a:pt x="548" y="8306"/>
                    <a:pt x="518" y="10129"/>
                    <a:pt x="518" y="11953"/>
                  </a:cubicBezTo>
                  <a:cubicBezTo>
                    <a:pt x="518" y="13594"/>
                    <a:pt x="670" y="15236"/>
                    <a:pt x="426" y="16877"/>
                  </a:cubicBezTo>
                  <a:cubicBezTo>
                    <a:pt x="305" y="17667"/>
                    <a:pt x="153" y="18458"/>
                    <a:pt x="1" y="19248"/>
                  </a:cubicBezTo>
                  <a:cubicBezTo>
                    <a:pt x="1217" y="20160"/>
                    <a:pt x="2463" y="21193"/>
                    <a:pt x="3436" y="22348"/>
                  </a:cubicBezTo>
                  <a:cubicBezTo>
                    <a:pt x="3817" y="22813"/>
                    <a:pt x="4317" y="23115"/>
                    <a:pt x="4825" y="23115"/>
                  </a:cubicBezTo>
                  <a:cubicBezTo>
                    <a:pt x="5248" y="23115"/>
                    <a:pt x="5677" y="22906"/>
                    <a:pt x="6050" y="22409"/>
                  </a:cubicBezTo>
                  <a:cubicBezTo>
                    <a:pt x="6475" y="21862"/>
                    <a:pt x="6566" y="21133"/>
                    <a:pt x="6627" y="20464"/>
                  </a:cubicBezTo>
                  <a:cubicBezTo>
                    <a:pt x="7113" y="15327"/>
                    <a:pt x="7539" y="10160"/>
                    <a:pt x="6779" y="5053"/>
                  </a:cubicBezTo>
                  <a:cubicBezTo>
                    <a:pt x="6627" y="3989"/>
                    <a:pt x="6414" y="2895"/>
                    <a:pt x="5837" y="2014"/>
                  </a:cubicBezTo>
                  <a:cubicBezTo>
                    <a:pt x="5517" y="1508"/>
                    <a:pt x="4010" y="0"/>
                    <a:pt x="315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6312232" y="3252978"/>
              <a:ext cx="215365" cy="416039"/>
            </a:xfrm>
            <a:custGeom>
              <a:avLst/>
              <a:gdLst/>
              <a:ahLst/>
              <a:cxnLst/>
              <a:rect l="l" t="t" r="r" b="b"/>
              <a:pathLst>
                <a:path w="4515" h="8722" extrusionOk="0">
                  <a:moveTo>
                    <a:pt x="2670" y="1"/>
                  </a:moveTo>
                  <a:cubicBezTo>
                    <a:pt x="2430" y="1"/>
                    <a:pt x="2175" y="56"/>
                    <a:pt x="1915" y="180"/>
                  </a:cubicBezTo>
                  <a:cubicBezTo>
                    <a:pt x="1368" y="423"/>
                    <a:pt x="1095" y="636"/>
                    <a:pt x="943" y="1213"/>
                  </a:cubicBezTo>
                  <a:cubicBezTo>
                    <a:pt x="669" y="2338"/>
                    <a:pt x="456" y="3493"/>
                    <a:pt x="335" y="4679"/>
                  </a:cubicBezTo>
                  <a:cubicBezTo>
                    <a:pt x="244" y="5256"/>
                    <a:pt x="183" y="5834"/>
                    <a:pt x="152" y="6442"/>
                  </a:cubicBezTo>
                  <a:cubicBezTo>
                    <a:pt x="92" y="7110"/>
                    <a:pt x="0" y="7536"/>
                    <a:pt x="396" y="8144"/>
                  </a:cubicBezTo>
                  <a:cubicBezTo>
                    <a:pt x="608" y="8448"/>
                    <a:pt x="973" y="8691"/>
                    <a:pt x="1338" y="8721"/>
                  </a:cubicBezTo>
                  <a:cubicBezTo>
                    <a:pt x="1581" y="8721"/>
                    <a:pt x="1794" y="8630"/>
                    <a:pt x="1976" y="8478"/>
                  </a:cubicBezTo>
                  <a:cubicBezTo>
                    <a:pt x="2159" y="8356"/>
                    <a:pt x="2311" y="8144"/>
                    <a:pt x="2432" y="7961"/>
                  </a:cubicBezTo>
                  <a:cubicBezTo>
                    <a:pt x="2888" y="7201"/>
                    <a:pt x="3101" y="6107"/>
                    <a:pt x="3344" y="5317"/>
                  </a:cubicBezTo>
                  <a:cubicBezTo>
                    <a:pt x="3739" y="4223"/>
                    <a:pt x="4073" y="3128"/>
                    <a:pt x="4317" y="1973"/>
                  </a:cubicBezTo>
                  <a:cubicBezTo>
                    <a:pt x="4515" y="1058"/>
                    <a:pt x="3725" y="1"/>
                    <a:pt x="267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9"/>
            <p:cNvSpPr/>
            <p:nvPr/>
          </p:nvSpPr>
          <p:spPr>
            <a:xfrm>
              <a:off x="6094763" y="3587793"/>
              <a:ext cx="350881" cy="213171"/>
            </a:xfrm>
            <a:custGeom>
              <a:avLst/>
              <a:gdLst/>
              <a:ahLst/>
              <a:cxnLst/>
              <a:rect l="l" t="t" r="r" b="b"/>
              <a:pathLst>
                <a:path w="7356" h="4469" extrusionOk="0">
                  <a:moveTo>
                    <a:pt x="4681" y="0"/>
                  </a:moveTo>
                  <a:cubicBezTo>
                    <a:pt x="4590" y="0"/>
                    <a:pt x="4529" y="0"/>
                    <a:pt x="4438" y="30"/>
                  </a:cubicBezTo>
                  <a:cubicBezTo>
                    <a:pt x="4377" y="61"/>
                    <a:pt x="4286" y="122"/>
                    <a:pt x="4225" y="182"/>
                  </a:cubicBezTo>
                  <a:cubicBezTo>
                    <a:pt x="3769" y="669"/>
                    <a:pt x="3252" y="1125"/>
                    <a:pt x="2675" y="1429"/>
                  </a:cubicBezTo>
                  <a:cubicBezTo>
                    <a:pt x="2067" y="1763"/>
                    <a:pt x="1429" y="2006"/>
                    <a:pt x="882" y="2432"/>
                  </a:cubicBezTo>
                  <a:cubicBezTo>
                    <a:pt x="365" y="2857"/>
                    <a:pt x="30" y="3830"/>
                    <a:pt x="0" y="4468"/>
                  </a:cubicBezTo>
                  <a:cubicBezTo>
                    <a:pt x="0" y="4438"/>
                    <a:pt x="2097" y="4073"/>
                    <a:pt x="2280" y="4043"/>
                  </a:cubicBezTo>
                  <a:cubicBezTo>
                    <a:pt x="3070" y="3830"/>
                    <a:pt x="3860" y="3617"/>
                    <a:pt x="4651" y="3344"/>
                  </a:cubicBezTo>
                  <a:cubicBezTo>
                    <a:pt x="5015" y="3222"/>
                    <a:pt x="5411" y="3070"/>
                    <a:pt x="5775" y="2918"/>
                  </a:cubicBezTo>
                  <a:cubicBezTo>
                    <a:pt x="6079" y="2796"/>
                    <a:pt x="6657" y="2675"/>
                    <a:pt x="6870" y="2432"/>
                  </a:cubicBezTo>
                  <a:cubicBezTo>
                    <a:pt x="7082" y="2219"/>
                    <a:pt x="7113" y="1733"/>
                    <a:pt x="7173" y="1459"/>
                  </a:cubicBezTo>
                  <a:cubicBezTo>
                    <a:pt x="7265" y="1003"/>
                    <a:pt x="7325" y="578"/>
                    <a:pt x="7356" y="122"/>
                  </a:cubicBezTo>
                  <a:cubicBezTo>
                    <a:pt x="6961" y="0"/>
                    <a:pt x="6566" y="0"/>
                    <a:pt x="614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9"/>
            <p:cNvSpPr/>
            <p:nvPr/>
          </p:nvSpPr>
          <p:spPr>
            <a:xfrm>
              <a:off x="6309322" y="2691057"/>
              <a:ext cx="1104875" cy="795254"/>
            </a:xfrm>
            <a:custGeom>
              <a:avLst/>
              <a:gdLst/>
              <a:ahLst/>
              <a:cxnLst/>
              <a:rect l="l" t="t" r="r" b="b"/>
              <a:pathLst>
                <a:path w="23163" h="16672" extrusionOk="0">
                  <a:moveTo>
                    <a:pt x="5082" y="1"/>
                  </a:moveTo>
                  <a:cubicBezTo>
                    <a:pt x="4243" y="1"/>
                    <a:pt x="3445" y="170"/>
                    <a:pt x="2797" y="926"/>
                  </a:cubicBezTo>
                  <a:cubicBezTo>
                    <a:pt x="1581" y="2355"/>
                    <a:pt x="1551" y="4513"/>
                    <a:pt x="1308" y="6276"/>
                  </a:cubicBezTo>
                  <a:cubicBezTo>
                    <a:pt x="1004" y="8465"/>
                    <a:pt x="1" y="14392"/>
                    <a:pt x="1" y="15212"/>
                  </a:cubicBezTo>
                  <a:cubicBezTo>
                    <a:pt x="700" y="15547"/>
                    <a:pt x="1399" y="15911"/>
                    <a:pt x="2159" y="16155"/>
                  </a:cubicBezTo>
                  <a:cubicBezTo>
                    <a:pt x="2858" y="16337"/>
                    <a:pt x="3557" y="16459"/>
                    <a:pt x="4226" y="16671"/>
                  </a:cubicBezTo>
                  <a:cubicBezTo>
                    <a:pt x="4469" y="15942"/>
                    <a:pt x="4773" y="14696"/>
                    <a:pt x="4834" y="14209"/>
                  </a:cubicBezTo>
                  <a:cubicBezTo>
                    <a:pt x="5046" y="12386"/>
                    <a:pt x="5563" y="10775"/>
                    <a:pt x="5867" y="8981"/>
                  </a:cubicBezTo>
                  <a:cubicBezTo>
                    <a:pt x="6019" y="8221"/>
                    <a:pt x="6232" y="7006"/>
                    <a:pt x="6992" y="6519"/>
                  </a:cubicBezTo>
                  <a:cubicBezTo>
                    <a:pt x="7221" y="6374"/>
                    <a:pt x="7458" y="6313"/>
                    <a:pt x="7699" y="6313"/>
                  </a:cubicBezTo>
                  <a:cubicBezTo>
                    <a:pt x="8670" y="6313"/>
                    <a:pt x="9689" y="7309"/>
                    <a:pt x="10396" y="7796"/>
                  </a:cubicBezTo>
                  <a:cubicBezTo>
                    <a:pt x="12037" y="8951"/>
                    <a:pt x="11490" y="10319"/>
                    <a:pt x="13405" y="11018"/>
                  </a:cubicBezTo>
                  <a:cubicBezTo>
                    <a:pt x="14220" y="11307"/>
                    <a:pt x="15502" y="11454"/>
                    <a:pt x="16841" y="11454"/>
                  </a:cubicBezTo>
                  <a:cubicBezTo>
                    <a:pt x="18598" y="11454"/>
                    <a:pt x="20455" y="11201"/>
                    <a:pt x="21490" y="10683"/>
                  </a:cubicBezTo>
                  <a:cubicBezTo>
                    <a:pt x="22585" y="10167"/>
                    <a:pt x="23162" y="8981"/>
                    <a:pt x="23101" y="7735"/>
                  </a:cubicBezTo>
                  <a:cubicBezTo>
                    <a:pt x="23041" y="6519"/>
                    <a:pt x="22372" y="5395"/>
                    <a:pt x="21460" y="4604"/>
                  </a:cubicBezTo>
                  <a:cubicBezTo>
                    <a:pt x="20548" y="3784"/>
                    <a:pt x="19423" y="3267"/>
                    <a:pt x="18268" y="2811"/>
                  </a:cubicBezTo>
                  <a:cubicBezTo>
                    <a:pt x="16293" y="2051"/>
                    <a:pt x="14226" y="1504"/>
                    <a:pt x="12159" y="1018"/>
                  </a:cubicBezTo>
                  <a:cubicBezTo>
                    <a:pt x="10396" y="592"/>
                    <a:pt x="8633" y="227"/>
                    <a:pt x="6840" y="106"/>
                  </a:cubicBezTo>
                  <a:cubicBezTo>
                    <a:pt x="6257" y="81"/>
                    <a:pt x="5660" y="1"/>
                    <a:pt x="508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9"/>
            <p:cNvSpPr/>
            <p:nvPr/>
          </p:nvSpPr>
          <p:spPr>
            <a:xfrm>
              <a:off x="6874771" y="2217623"/>
              <a:ext cx="68211" cy="520550"/>
            </a:xfrm>
            <a:custGeom>
              <a:avLst/>
              <a:gdLst/>
              <a:ahLst/>
              <a:cxnLst/>
              <a:rect l="l" t="t" r="r" b="b"/>
              <a:pathLst>
                <a:path w="1430" h="10913" fill="none" extrusionOk="0">
                  <a:moveTo>
                    <a:pt x="366" y="0"/>
                  </a:moveTo>
                  <a:cubicBezTo>
                    <a:pt x="1430" y="1155"/>
                    <a:pt x="761" y="3678"/>
                    <a:pt x="639" y="5076"/>
                  </a:cubicBezTo>
                  <a:cubicBezTo>
                    <a:pt x="487" y="7022"/>
                    <a:pt x="275" y="8967"/>
                    <a:pt x="1" y="10912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9"/>
            <p:cNvSpPr/>
            <p:nvPr/>
          </p:nvSpPr>
          <p:spPr>
            <a:xfrm>
              <a:off x="7069058" y="1800857"/>
              <a:ext cx="211740" cy="258582"/>
            </a:xfrm>
            <a:custGeom>
              <a:avLst/>
              <a:gdLst/>
              <a:ahLst/>
              <a:cxnLst/>
              <a:rect l="l" t="t" r="r" b="b"/>
              <a:pathLst>
                <a:path w="4439" h="5421" extrusionOk="0">
                  <a:moveTo>
                    <a:pt x="1793" y="0"/>
                  </a:moveTo>
                  <a:cubicBezTo>
                    <a:pt x="1683" y="0"/>
                    <a:pt x="1571" y="14"/>
                    <a:pt x="1460" y="44"/>
                  </a:cubicBezTo>
                  <a:cubicBezTo>
                    <a:pt x="366" y="378"/>
                    <a:pt x="518" y="1503"/>
                    <a:pt x="548" y="2385"/>
                  </a:cubicBezTo>
                  <a:cubicBezTo>
                    <a:pt x="579" y="2871"/>
                    <a:pt x="518" y="3357"/>
                    <a:pt x="487" y="3874"/>
                  </a:cubicBezTo>
                  <a:cubicBezTo>
                    <a:pt x="487" y="4239"/>
                    <a:pt x="305" y="4543"/>
                    <a:pt x="1" y="4725"/>
                  </a:cubicBezTo>
                  <a:cubicBezTo>
                    <a:pt x="519" y="5243"/>
                    <a:pt x="1277" y="5421"/>
                    <a:pt x="1999" y="5421"/>
                  </a:cubicBezTo>
                  <a:cubicBezTo>
                    <a:pt x="2167" y="5421"/>
                    <a:pt x="2333" y="5411"/>
                    <a:pt x="2493" y="5394"/>
                  </a:cubicBezTo>
                  <a:cubicBezTo>
                    <a:pt x="3162" y="5333"/>
                    <a:pt x="3831" y="5151"/>
                    <a:pt x="4439" y="4847"/>
                  </a:cubicBezTo>
                  <a:cubicBezTo>
                    <a:pt x="3952" y="4178"/>
                    <a:pt x="4013" y="3327"/>
                    <a:pt x="3952" y="2537"/>
                  </a:cubicBezTo>
                  <a:cubicBezTo>
                    <a:pt x="3922" y="1837"/>
                    <a:pt x="3740" y="1138"/>
                    <a:pt x="3284" y="622"/>
                  </a:cubicBezTo>
                  <a:cubicBezTo>
                    <a:pt x="3071" y="348"/>
                    <a:pt x="2737" y="226"/>
                    <a:pt x="2433" y="135"/>
                  </a:cubicBezTo>
                  <a:cubicBezTo>
                    <a:pt x="2230" y="54"/>
                    <a:pt x="2014" y="0"/>
                    <a:pt x="179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9"/>
            <p:cNvSpPr/>
            <p:nvPr/>
          </p:nvSpPr>
          <p:spPr>
            <a:xfrm>
              <a:off x="7071968" y="1929078"/>
              <a:ext cx="110235" cy="49322"/>
            </a:xfrm>
            <a:custGeom>
              <a:avLst/>
              <a:gdLst/>
              <a:ahLst/>
              <a:cxnLst/>
              <a:rect l="l" t="t" r="r" b="b"/>
              <a:pathLst>
                <a:path w="2311" h="1034" extrusionOk="0">
                  <a:moveTo>
                    <a:pt x="92" y="0"/>
                  </a:moveTo>
                  <a:cubicBezTo>
                    <a:pt x="92" y="1"/>
                    <a:pt x="92" y="31"/>
                    <a:pt x="122" y="31"/>
                  </a:cubicBezTo>
                  <a:lnTo>
                    <a:pt x="1" y="1034"/>
                  </a:lnTo>
                  <a:cubicBezTo>
                    <a:pt x="821" y="973"/>
                    <a:pt x="1612" y="700"/>
                    <a:pt x="2311" y="213"/>
                  </a:cubicBezTo>
                  <a:lnTo>
                    <a:pt x="2311" y="213"/>
                  </a:lnTo>
                  <a:cubicBezTo>
                    <a:pt x="2101" y="266"/>
                    <a:pt x="1886" y="288"/>
                    <a:pt x="1669" y="288"/>
                  </a:cubicBezTo>
                  <a:cubicBezTo>
                    <a:pt x="1134" y="288"/>
                    <a:pt x="590" y="152"/>
                    <a:pt x="9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9"/>
            <p:cNvSpPr/>
            <p:nvPr/>
          </p:nvSpPr>
          <p:spPr>
            <a:xfrm>
              <a:off x="7048785" y="1647784"/>
              <a:ext cx="253764" cy="317587"/>
            </a:xfrm>
            <a:custGeom>
              <a:avLst/>
              <a:gdLst/>
              <a:ahLst/>
              <a:cxnLst/>
              <a:rect l="l" t="t" r="r" b="b"/>
              <a:pathLst>
                <a:path w="5320" h="6658" extrusionOk="0">
                  <a:moveTo>
                    <a:pt x="2797" y="1"/>
                  </a:moveTo>
                  <a:cubicBezTo>
                    <a:pt x="1946" y="1"/>
                    <a:pt x="791" y="548"/>
                    <a:pt x="426" y="1369"/>
                  </a:cubicBezTo>
                  <a:cubicBezTo>
                    <a:pt x="365" y="1429"/>
                    <a:pt x="365" y="1521"/>
                    <a:pt x="335" y="1612"/>
                  </a:cubicBezTo>
                  <a:cubicBezTo>
                    <a:pt x="152" y="2524"/>
                    <a:pt x="0" y="3314"/>
                    <a:pt x="183" y="4226"/>
                  </a:cubicBezTo>
                  <a:cubicBezTo>
                    <a:pt x="335" y="5107"/>
                    <a:pt x="396" y="5897"/>
                    <a:pt x="1277" y="6353"/>
                  </a:cubicBezTo>
                  <a:cubicBezTo>
                    <a:pt x="1703" y="6566"/>
                    <a:pt x="2159" y="6657"/>
                    <a:pt x="2614" y="6657"/>
                  </a:cubicBezTo>
                  <a:cubicBezTo>
                    <a:pt x="2918" y="6657"/>
                    <a:pt x="3192" y="6657"/>
                    <a:pt x="3496" y="6566"/>
                  </a:cubicBezTo>
                  <a:cubicBezTo>
                    <a:pt x="4225" y="6353"/>
                    <a:pt x="4803" y="5715"/>
                    <a:pt x="5046" y="4986"/>
                  </a:cubicBezTo>
                  <a:cubicBezTo>
                    <a:pt x="5320" y="4256"/>
                    <a:pt x="5289" y="3435"/>
                    <a:pt x="5168" y="2676"/>
                  </a:cubicBezTo>
                  <a:cubicBezTo>
                    <a:pt x="5046" y="2037"/>
                    <a:pt x="4833" y="1399"/>
                    <a:pt x="4438" y="882"/>
                  </a:cubicBezTo>
                  <a:cubicBezTo>
                    <a:pt x="4043" y="366"/>
                    <a:pt x="3435" y="1"/>
                    <a:pt x="279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9"/>
            <p:cNvSpPr/>
            <p:nvPr/>
          </p:nvSpPr>
          <p:spPr>
            <a:xfrm>
              <a:off x="6990780" y="1609575"/>
              <a:ext cx="355270" cy="242698"/>
            </a:xfrm>
            <a:custGeom>
              <a:avLst/>
              <a:gdLst/>
              <a:ahLst/>
              <a:cxnLst/>
              <a:rect l="l" t="t" r="r" b="b"/>
              <a:pathLst>
                <a:path w="7448" h="5088" extrusionOk="0">
                  <a:moveTo>
                    <a:pt x="3150" y="1"/>
                  </a:moveTo>
                  <a:cubicBezTo>
                    <a:pt x="2812" y="1"/>
                    <a:pt x="2478" y="75"/>
                    <a:pt x="2159" y="224"/>
                  </a:cubicBezTo>
                  <a:cubicBezTo>
                    <a:pt x="1490" y="589"/>
                    <a:pt x="1095" y="1318"/>
                    <a:pt x="1186" y="2018"/>
                  </a:cubicBezTo>
                  <a:cubicBezTo>
                    <a:pt x="609" y="2230"/>
                    <a:pt x="183" y="2747"/>
                    <a:pt x="92" y="3355"/>
                  </a:cubicBezTo>
                  <a:cubicBezTo>
                    <a:pt x="1" y="4054"/>
                    <a:pt x="426" y="4784"/>
                    <a:pt x="1034" y="5088"/>
                  </a:cubicBezTo>
                  <a:cubicBezTo>
                    <a:pt x="1125" y="4692"/>
                    <a:pt x="1277" y="4328"/>
                    <a:pt x="1612" y="4115"/>
                  </a:cubicBezTo>
                  <a:cubicBezTo>
                    <a:pt x="1916" y="3902"/>
                    <a:pt x="2159" y="3629"/>
                    <a:pt x="2341" y="3294"/>
                  </a:cubicBezTo>
                  <a:cubicBezTo>
                    <a:pt x="2523" y="2900"/>
                    <a:pt x="2614" y="2477"/>
                    <a:pt x="2675" y="2053"/>
                  </a:cubicBezTo>
                  <a:lnTo>
                    <a:pt x="2675" y="2053"/>
                  </a:lnTo>
                  <a:cubicBezTo>
                    <a:pt x="2669" y="2184"/>
                    <a:pt x="3620" y="2748"/>
                    <a:pt x="3770" y="2838"/>
                  </a:cubicBezTo>
                  <a:cubicBezTo>
                    <a:pt x="4012" y="2960"/>
                    <a:pt x="4245" y="3031"/>
                    <a:pt x="4485" y="3031"/>
                  </a:cubicBezTo>
                  <a:cubicBezTo>
                    <a:pt x="4665" y="3031"/>
                    <a:pt x="4850" y="2991"/>
                    <a:pt x="5046" y="2899"/>
                  </a:cubicBezTo>
                  <a:cubicBezTo>
                    <a:pt x="5107" y="3264"/>
                    <a:pt x="5137" y="3507"/>
                    <a:pt x="5411" y="3781"/>
                  </a:cubicBezTo>
                  <a:cubicBezTo>
                    <a:pt x="5563" y="3963"/>
                    <a:pt x="5806" y="4115"/>
                    <a:pt x="6049" y="4145"/>
                  </a:cubicBezTo>
                  <a:cubicBezTo>
                    <a:pt x="6083" y="4151"/>
                    <a:pt x="6116" y="4153"/>
                    <a:pt x="6150" y="4153"/>
                  </a:cubicBezTo>
                  <a:cubicBezTo>
                    <a:pt x="6298" y="4153"/>
                    <a:pt x="6442" y="4104"/>
                    <a:pt x="6566" y="4054"/>
                  </a:cubicBezTo>
                  <a:cubicBezTo>
                    <a:pt x="6870" y="3932"/>
                    <a:pt x="7144" y="3750"/>
                    <a:pt x="7296" y="3477"/>
                  </a:cubicBezTo>
                  <a:cubicBezTo>
                    <a:pt x="7387" y="3264"/>
                    <a:pt x="7448" y="3021"/>
                    <a:pt x="7387" y="2777"/>
                  </a:cubicBezTo>
                  <a:cubicBezTo>
                    <a:pt x="7356" y="2717"/>
                    <a:pt x="7356" y="2625"/>
                    <a:pt x="7296" y="2565"/>
                  </a:cubicBezTo>
                  <a:cubicBezTo>
                    <a:pt x="7204" y="2352"/>
                    <a:pt x="6961" y="2200"/>
                    <a:pt x="6718" y="2200"/>
                  </a:cubicBezTo>
                  <a:cubicBezTo>
                    <a:pt x="6931" y="1683"/>
                    <a:pt x="6870" y="1075"/>
                    <a:pt x="6475" y="650"/>
                  </a:cubicBezTo>
                  <a:cubicBezTo>
                    <a:pt x="6130" y="286"/>
                    <a:pt x="5686" y="173"/>
                    <a:pt x="5230" y="173"/>
                  </a:cubicBezTo>
                  <a:cubicBezTo>
                    <a:pt x="4923" y="173"/>
                    <a:pt x="4610" y="224"/>
                    <a:pt x="4317" y="285"/>
                  </a:cubicBezTo>
                  <a:cubicBezTo>
                    <a:pt x="4104" y="163"/>
                    <a:pt x="3800" y="72"/>
                    <a:pt x="3587" y="42"/>
                  </a:cubicBezTo>
                  <a:cubicBezTo>
                    <a:pt x="3441" y="15"/>
                    <a:pt x="3296" y="1"/>
                    <a:pt x="315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9"/>
            <p:cNvSpPr/>
            <p:nvPr/>
          </p:nvSpPr>
          <p:spPr>
            <a:xfrm>
              <a:off x="6477516" y="3626574"/>
              <a:ext cx="242745" cy="464360"/>
            </a:xfrm>
            <a:custGeom>
              <a:avLst/>
              <a:gdLst/>
              <a:ahLst/>
              <a:cxnLst/>
              <a:rect l="l" t="t" r="r" b="b"/>
              <a:pathLst>
                <a:path w="5089" h="9735" extrusionOk="0">
                  <a:moveTo>
                    <a:pt x="3004" y="0"/>
                  </a:moveTo>
                  <a:cubicBezTo>
                    <a:pt x="2743" y="0"/>
                    <a:pt x="2469" y="58"/>
                    <a:pt x="2189" y="190"/>
                  </a:cubicBezTo>
                  <a:cubicBezTo>
                    <a:pt x="1581" y="494"/>
                    <a:pt x="1277" y="707"/>
                    <a:pt x="1095" y="1345"/>
                  </a:cubicBezTo>
                  <a:cubicBezTo>
                    <a:pt x="760" y="2622"/>
                    <a:pt x="548" y="3898"/>
                    <a:pt x="365" y="5205"/>
                  </a:cubicBezTo>
                  <a:cubicBezTo>
                    <a:pt x="274" y="5844"/>
                    <a:pt x="213" y="6512"/>
                    <a:pt x="153" y="7181"/>
                  </a:cubicBezTo>
                  <a:cubicBezTo>
                    <a:pt x="92" y="7911"/>
                    <a:pt x="1" y="8397"/>
                    <a:pt x="426" y="9096"/>
                  </a:cubicBezTo>
                  <a:cubicBezTo>
                    <a:pt x="639" y="9430"/>
                    <a:pt x="1064" y="9674"/>
                    <a:pt x="1490" y="9734"/>
                  </a:cubicBezTo>
                  <a:cubicBezTo>
                    <a:pt x="1733" y="9734"/>
                    <a:pt x="1976" y="9643"/>
                    <a:pt x="2159" y="9491"/>
                  </a:cubicBezTo>
                  <a:cubicBezTo>
                    <a:pt x="2371" y="9309"/>
                    <a:pt x="2554" y="9126"/>
                    <a:pt x="2675" y="8883"/>
                  </a:cubicBezTo>
                  <a:cubicBezTo>
                    <a:pt x="3222" y="8032"/>
                    <a:pt x="3435" y="6816"/>
                    <a:pt x="3739" y="5965"/>
                  </a:cubicBezTo>
                  <a:cubicBezTo>
                    <a:pt x="4165" y="4749"/>
                    <a:pt x="4590" y="3503"/>
                    <a:pt x="4864" y="2227"/>
                  </a:cubicBezTo>
                  <a:cubicBezTo>
                    <a:pt x="5088" y="1205"/>
                    <a:pt x="4189" y="0"/>
                    <a:pt x="300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9"/>
            <p:cNvSpPr/>
            <p:nvPr/>
          </p:nvSpPr>
          <p:spPr>
            <a:xfrm>
              <a:off x="6344144" y="2903185"/>
              <a:ext cx="695991" cy="938354"/>
            </a:xfrm>
            <a:custGeom>
              <a:avLst/>
              <a:gdLst/>
              <a:ahLst/>
              <a:cxnLst/>
              <a:rect l="l" t="t" r="r" b="b"/>
              <a:pathLst>
                <a:path w="14591" h="19672" extrusionOk="0">
                  <a:moveTo>
                    <a:pt x="6186" y="0"/>
                  </a:moveTo>
                  <a:cubicBezTo>
                    <a:pt x="5295" y="0"/>
                    <a:pt x="4535" y="332"/>
                    <a:pt x="4316" y="1282"/>
                  </a:cubicBezTo>
                  <a:cubicBezTo>
                    <a:pt x="3708" y="3835"/>
                    <a:pt x="3101" y="6388"/>
                    <a:pt x="2523" y="8942"/>
                  </a:cubicBezTo>
                  <a:cubicBezTo>
                    <a:pt x="1672" y="12498"/>
                    <a:pt x="851" y="16024"/>
                    <a:pt x="0" y="19580"/>
                  </a:cubicBezTo>
                  <a:lnTo>
                    <a:pt x="7113" y="19671"/>
                  </a:lnTo>
                  <a:cubicBezTo>
                    <a:pt x="7114" y="19671"/>
                    <a:pt x="7116" y="19671"/>
                    <a:pt x="7117" y="19671"/>
                  </a:cubicBezTo>
                  <a:cubicBezTo>
                    <a:pt x="7636" y="19671"/>
                    <a:pt x="8754" y="14229"/>
                    <a:pt x="8876" y="13623"/>
                  </a:cubicBezTo>
                  <a:cubicBezTo>
                    <a:pt x="9256" y="11846"/>
                    <a:pt x="9425" y="10111"/>
                    <a:pt x="9453" y="8330"/>
                  </a:cubicBezTo>
                  <a:lnTo>
                    <a:pt x="9453" y="8330"/>
                  </a:lnTo>
                  <a:cubicBezTo>
                    <a:pt x="9453" y="8331"/>
                    <a:pt x="9453" y="8333"/>
                    <a:pt x="9453" y="8334"/>
                  </a:cubicBezTo>
                  <a:lnTo>
                    <a:pt x="9453" y="8305"/>
                  </a:lnTo>
                  <a:lnTo>
                    <a:pt x="9453" y="8305"/>
                  </a:lnTo>
                  <a:cubicBezTo>
                    <a:pt x="9453" y="8314"/>
                    <a:pt x="9453" y="8322"/>
                    <a:pt x="9453" y="8330"/>
                  </a:cubicBezTo>
                  <a:lnTo>
                    <a:pt x="9453" y="8330"/>
                  </a:lnTo>
                  <a:cubicBezTo>
                    <a:pt x="9423" y="8058"/>
                    <a:pt x="9423" y="7755"/>
                    <a:pt x="9453" y="7452"/>
                  </a:cubicBezTo>
                  <a:lnTo>
                    <a:pt x="9453" y="8305"/>
                  </a:lnTo>
                  <a:lnTo>
                    <a:pt x="9453" y="8305"/>
                  </a:lnTo>
                  <a:cubicBezTo>
                    <a:pt x="9458" y="7962"/>
                    <a:pt x="9458" y="7617"/>
                    <a:pt x="9453" y="7270"/>
                  </a:cubicBezTo>
                  <a:cubicBezTo>
                    <a:pt x="9484" y="7179"/>
                    <a:pt x="9484" y="7087"/>
                    <a:pt x="9514" y="6966"/>
                  </a:cubicBezTo>
                  <a:cubicBezTo>
                    <a:pt x="9848" y="6936"/>
                    <a:pt x="10213" y="6905"/>
                    <a:pt x="10547" y="6905"/>
                  </a:cubicBezTo>
                  <a:cubicBezTo>
                    <a:pt x="11885" y="6875"/>
                    <a:pt x="13253" y="6844"/>
                    <a:pt x="14590" y="6814"/>
                  </a:cubicBezTo>
                  <a:lnTo>
                    <a:pt x="11794" y="3470"/>
                  </a:lnTo>
                  <a:cubicBezTo>
                    <a:pt x="11095" y="2619"/>
                    <a:pt x="10395" y="1768"/>
                    <a:pt x="9514" y="1130"/>
                  </a:cubicBezTo>
                  <a:cubicBezTo>
                    <a:pt x="8864" y="621"/>
                    <a:pt x="7403" y="0"/>
                    <a:pt x="618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9"/>
            <p:cNvSpPr/>
            <p:nvPr/>
          </p:nvSpPr>
          <p:spPr>
            <a:xfrm>
              <a:off x="6246739" y="3998071"/>
              <a:ext cx="387419" cy="225430"/>
            </a:xfrm>
            <a:custGeom>
              <a:avLst/>
              <a:gdLst/>
              <a:ahLst/>
              <a:cxnLst/>
              <a:rect l="l" t="t" r="r" b="b"/>
              <a:pathLst>
                <a:path w="8122" h="4726" extrusionOk="0">
                  <a:moveTo>
                    <a:pt x="5294" y="31"/>
                  </a:moveTo>
                  <a:cubicBezTo>
                    <a:pt x="5234" y="47"/>
                    <a:pt x="5165" y="47"/>
                    <a:pt x="5093" y="47"/>
                  </a:cubicBezTo>
                  <a:cubicBezTo>
                    <a:pt x="5021" y="47"/>
                    <a:pt x="4945" y="47"/>
                    <a:pt x="4869" y="62"/>
                  </a:cubicBezTo>
                  <a:cubicBezTo>
                    <a:pt x="4778" y="123"/>
                    <a:pt x="4717" y="183"/>
                    <a:pt x="4626" y="244"/>
                  </a:cubicBezTo>
                  <a:cubicBezTo>
                    <a:pt x="4109" y="761"/>
                    <a:pt x="3532" y="1247"/>
                    <a:pt x="2863" y="1612"/>
                  </a:cubicBezTo>
                  <a:cubicBezTo>
                    <a:pt x="2194" y="1977"/>
                    <a:pt x="1495" y="2250"/>
                    <a:pt x="887" y="2737"/>
                  </a:cubicBezTo>
                  <a:cubicBezTo>
                    <a:pt x="674" y="2889"/>
                    <a:pt x="462" y="3162"/>
                    <a:pt x="310" y="3436"/>
                  </a:cubicBezTo>
                  <a:cubicBezTo>
                    <a:pt x="0" y="4055"/>
                    <a:pt x="472" y="4726"/>
                    <a:pt x="1098" y="4726"/>
                  </a:cubicBezTo>
                  <a:cubicBezTo>
                    <a:pt x="1149" y="4726"/>
                    <a:pt x="1200" y="4721"/>
                    <a:pt x="1252" y="4712"/>
                  </a:cubicBezTo>
                  <a:cubicBezTo>
                    <a:pt x="1799" y="4621"/>
                    <a:pt x="2316" y="4530"/>
                    <a:pt x="2437" y="4500"/>
                  </a:cubicBezTo>
                  <a:cubicBezTo>
                    <a:pt x="3319" y="4317"/>
                    <a:pt x="4200" y="4074"/>
                    <a:pt x="5051" y="3770"/>
                  </a:cubicBezTo>
                  <a:cubicBezTo>
                    <a:pt x="5872" y="3496"/>
                    <a:pt x="6693" y="3193"/>
                    <a:pt x="7483" y="2828"/>
                  </a:cubicBezTo>
                  <a:cubicBezTo>
                    <a:pt x="7513" y="2797"/>
                    <a:pt x="7574" y="2767"/>
                    <a:pt x="7605" y="2737"/>
                  </a:cubicBezTo>
                  <a:cubicBezTo>
                    <a:pt x="7817" y="2493"/>
                    <a:pt x="7848" y="1977"/>
                    <a:pt x="7909" y="1673"/>
                  </a:cubicBezTo>
                  <a:cubicBezTo>
                    <a:pt x="8000" y="1186"/>
                    <a:pt x="8091" y="700"/>
                    <a:pt x="8121" y="214"/>
                  </a:cubicBezTo>
                  <a:cubicBezTo>
                    <a:pt x="7453" y="1"/>
                    <a:pt x="6693" y="92"/>
                    <a:pt x="6024" y="3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9"/>
            <p:cNvSpPr/>
            <p:nvPr/>
          </p:nvSpPr>
          <p:spPr>
            <a:xfrm>
              <a:off x="7259004" y="2368406"/>
              <a:ext cx="92872" cy="310288"/>
            </a:xfrm>
            <a:custGeom>
              <a:avLst/>
              <a:gdLst/>
              <a:ahLst/>
              <a:cxnLst/>
              <a:rect l="l" t="t" r="r" b="b"/>
              <a:pathLst>
                <a:path w="1947" h="6505" fill="none" extrusionOk="0">
                  <a:moveTo>
                    <a:pt x="1825" y="0"/>
                  </a:moveTo>
                  <a:cubicBezTo>
                    <a:pt x="1855" y="1672"/>
                    <a:pt x="1885" y="3313"/>
                    <a:pt x="1946" y="4955"/>
                  </a:cubicBezTo>
                  <a:cubicBezTo>
                    <a:pt x="1946" y="5046"/>
                    <a:pt x="1946" y="5137"/>
                    <a:pt x="1916" y="5198"/>
                  </a:cubicBezTo>
                  <a:cubicBezTo>
                    <a:pt x="1855" y="5289"/>
                    <a:pt x="1794" y="5350"/>
                    <a:pt x="1703" y="5411"/>
                  </a:cubicBezTo>
                  <a:cubicBezTo>
                    <a:pt x="1156" y="5806"/>
                    <a:pt x="578" y="6171"/>
                    <a:pt x="1" y="6505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9"/>
            <p:cNvSpPr/>
            <p:nvPr/>
          </p:nvSpPr>
          <p:spPr>
            <a:xfrm>
              <a:off x="6863180" y="2639540"/>
              <a:ext cx="527801" cy="274084"/>
            </a:xfrm>
            <a:custGeom>
              <a:avLst/>
              <a:gdLst/>
              <a:ahLst/>
              <a:cxnLst/>
              <a:rect l="l" t="t" r="r" b="b"/>
              <a:pathLst>
                <a:path w="11065" h="5746" extrusionOk="0">
                  <a:moveTo>
                    <a:pt x="9575" y="0"/>
                  </a:moveTo>
                  <a:cubicBezTo>
                    <a:pt x="9363" y="31"/>
                    <a:pt x="9180" y="152"/>
                    <a:pt x="8998" y="274"/>
                  </a:cubicBezTo>
                  <a:cubicBezTo>
                    <a:pt x="7661" y="1095"/>
                    <a:pt x="6262" y="1915"/>
                    <a:pt x="4712" y="2250"/>
                  </a:cubicBezTo>
                  <a:cubicBezTo>
                    <a:pt x="3648" y="2523"/>
                    <a:pt x="2463" y="2554"/>
                    <a:pt x="1521" y="3161"/>
                  </a:cubicBezTo>
                  <a:cubicBezTo>
                    <a:pt x="609" y="3739"/>
                    <a:pt x="1" y="5715"/>
                    <a:pt x="1642" y="5745"/>
                  </a:cubicBezTo>
                  <a:cubicBezTo>
                    <a:pt x="1946" y="5745"/>
                    <a:pt x="2220" y="5654"/>
                    <a:pt x="2493" y="5532"/>
                  </a:cubicBezTo>
                  <a:cubicBezTo>
                    <a:pt x="3192" y="5289"/>
                    <a:pt x="3861" y="5046"/>
                    <a:pt x="4560" y="4803"/>
                  </a:cubicBezTo>
                  <a:cubicBezTo>
                    <a:pt x="4651" y="4772"/>
                    <a:pt x="4743" y="4712"/>
                    <a:pt x="4834" y="4712"/>
                  </a:cubicBezTo>
                  <a:cubicBezTo>
                    <a:pt x="4955" y="4681"/>
                    <a:pt x="5046" y="4651"/>
                    <a:pt x="5138" y="4620"/>
                  </a:cubicBezTo>
                  <a:lnTo>
                    <a:pt x="5746" y="4620"/>
                  </a:lnTo>
                  <a:cubicBezTo>
                    <a:pt x="6451" y="4669"/>
                    <a:pt x="7141" y="4732"/>
                    <a:pt x="7819" y="4732"/>
                  </a:cubicBezTo>
                  <a:cubicBezTo>
                    <a:pt x="8836" y="4732"/>
                    <a:pt x="9825" y="4590"/>
                    <a:pt x="10791" y="4043"/>
                  </a:cubicBezTo>
                  <a:cubicBezTo>
                    <a:pt x="10852" y="4013"/>
                    <a:pt x="10882" y="3982"/>
                    <a:pt x="10943" y="3952"/>
                  </a:cubicBezTo>
                  <a:cubicBezTo>
                    <a:pt x="10974" y="3800"/>
                    <a:pt x="11004" y="3678"/>
                    <a:pt x="11034" y="3557"/>
                  </a:cubicBezTo>
                  <a:cubicBezTo>
                    <a:pt x="11065" y="3101"/>
                    <a:pt x="10943" y="2645"/>
                    <a:pt x="10761" y="2250"/>
                  </a:cubicBezTo>
                  <a:cubicBezTo>
                    <a:pt x="10457" y="1459"/>
                    <a:pt x="9940" y="760"/>
                    <a:pt x="957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9"/>
            <p:cNvSpPr/>
            <p:nvPr/>
          </p:nvSpPr>
          <p:spPr>
            <a:xfrm>
              <a:off x="6438354" y="2967200"/>
              <a:ext cx="593054" cy="490118"/>
            </a:xfrm>
            <a:custGeom>
              <a:avLst/>
              <a:gdLst/>
              <a:ahLst/>
              <a:cxnLst/>
              <a:rect l="l" t="t" r="r" b="b"/>
              <a:pathLst>
                <a:path w="12433" h="10275" fill="none" extrusionOk="0">
                  <a:moveTo>
                    <a:pt x="12433" y="5077"/>
                  </a:moveTo>
                  <a:cubicBezTo>
                    <a:pt x="9454" y="4104"/>
                    <a:pt x="6779" y="1824"/>
                    <a:pt x="4195" y="457"/>
                  </a:cubicBezTo>
                  <a:cubicBezTo>
                    <a:pt x="3740" y="213"/>
                    <a:pt x="3192" y="1"/>
                    <a:pt x="2736" y="183"/>
                  </a:cubicBezTo>
                  <a:cubicBezTo>
                    <a:pt x="2341" y="335"/>
                    <a:pt x="2129" y="700"/>
                    <a:pt x="1977" y="1065"/>
                  </a:cubicBezTo>
                  <a:cubicBezTo>
                    <a:pt x="1581" y="1855"/>
                    <a:pt x="1429" y="2767"/>
                    <a:pt x="1247" y="3648"/>
                  </a:cubicBezTo>
                  <a:cubicBezTo>
                    <a:pt x="852" y="5867"/>
                    <a:pt x="426" y="8086"/>
                    <a:pt x="1" y="10274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9"/>
            <p:cNvSpPr/>
            <p:nvPr/>
          </p:nvSpPr>
          <p:spPr>
            <a:xfrm>
              <a:off x="6509429" y="2901945"/>
              <a:ext cx="806178" cy="23278"/>
            </a:xfrm>
            <a:custGeom>
              <a:avLst/>
              <a:gdLst/>
              <a:ahLst/>
              <a:cxnLst/>
              <a:rect l="l" t="t" r="r" b="b"/>
              <a:pathLst>
                <a:path w="16901" h="488" extrusionOk="0">
                  <a:moveTo>
                    <a:pt x="304" y="1"/>
                  </a:moveTo>
                  <a:cubicBezTo>
                    <a:pt x="122" y="1"/>
                    <a:pt x="0" y="153"/>
                    <a:pt x="61" y="305"/>
                  </a:cubicBezTo>
                  <a:cubicBezTo>
                    <a:pt x="91" y="426"/>
                    <a:pt x="183" y="487"/>
                    <a:pt x="304" y="487"/>
                  </a:cubicBezTo>
                  <a:lnTo>
                    <a:pt x="16657" y="487"/>
                  </a:lnTo>
                  <a:cubicBezTo>
                    <a:pt x="16779" y="487"/>
                    <a:pt x="16900" y="396"/>
                    <a:pt x="16900" y="244"/>
                  </a:cubicBezTo>
                  <a:cubicBezTo>
                    <a:pt x="16900" y="92"/>
                    <a:pt x="16809" y="1"/>
                    <a:pt x="1665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9"/>
            <p:cNvSpPr/>
            <p:nvPr/>
          </p:nvSpPr>
          <p:spPr>
            <a:xfrm>
              <a:off x="6402101" y="2561215"/>
              <a:ext cx="782996" cy="363999"/>
            </a:xfrm>
            <a:custGeom>
              <a:avLst/>
              <a:gdLst/>
              <a:ahLst/>
              <a:cxnLst/>
              <a:rect l="l" t="t" r="r" b="b"/>
              <a:pathLst>
                <a:path w="16415" h="7631" extrusionOk="0">
                  <a:moveTo>
                    <a:pt x="1" y="1"/>
                  </a:moveTo>
                  <a:lnTo>
                    <a:pt x="2220" y="7630"/>
                  </a:lnTo>
                  <a:lnTo>
                    <a:pt x="16415" y="7630"/>
                  </a:lnTo>
                  <a:lnTo>
                    <a:pt x="1419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9"/>
            <p:cNvSpPr/>
            <p:nvPr/>
          </p:nvSpPr>
          <p:spPr>
            <a:xfrm>
              <a:off x="5957002" y="2936766"/>
              <a:ext cx="23230" cy="1416547"/>
            </a:xfrm>
            <a:custGeom>
              <a:avLst/>
              <a:gdLst/>
              <a:ahLst/>
              <a:cxnLst/>
              <a:rect l="l" t="t" r="r" b="b"/>
              <a:pathLst>
                <a:path w="487" h="29697" extrusionOk="0">
                  <a:moveTo>
                    <a:pt x="0" y="0"/>
                  </a:moveTo>
                  <a:lnTo>
                    <a:pt x="0" y="29697"/>
                  </a:lnTo>
                  <a:lnTo>
                    <a:pt x="487" y="29697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9"/>
            <p:cNvSpPr/>
            <p:nvPr/>
          </p:nvSpPr>
          <p:spPr>
            <a:xfrm>
              <a:off x="8131886" y="2936766"/>
              <a:ext cx="21751" cy="1416547"/>
            </a:xfrm>
            <a:custGeom>
              <a:avLst/>
              <a:gdLst/>
              <a:ahLst/>
              <a:cxnLst/>
              <a:rect l="l" t="t" r="r" b="b"/>
              <a:pathLst>
                <a:path w="456" h="29697" extrusionOk="0">
                  <a:moveTo>
                    <a:pt x="0" y="0"/>
                  </a:moveTo>
                  <a:lnTo>
                    <a:pt x="0" y="29697"/>
                  </a:lnTo>
                  <a:lnTo>
                    <a:pt x="456" y="29697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9"/>
            <p:cNvSpPr/>
            <p:nvPr/>
          </p:nvSpPr>
          <p:spPr>
            <a:xfrm>
              <a:off x="5807650" y="2925175"/>
              <a:ext cx="2505443" cy="21799"/>
            </a:xfrm>
            <a:custGeom>
              <a:avLst/>
              <a:gdLst/>
              <a:ahLst/>
              <a:cxnLst/>
              <a:rect l="l" t="t" r="r" b="b"/>
              <a:pathLst>
                <a:path w="52525" h="457" extrusionOk="0">
                  <a:moveTo>
                    <a:pt x="1" y="0"/>
                  </a:moveTo>
                  <a:lnTo>
                    <a:pt x="1" y="456"/>
                  </a:lnTo>
                  <a:lnTo>
                    <a:pt x="52525" y="456"/>
                  </a:lnTo>
                  <a:lnTo>
                    <a:pt x="5252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9"/>
            <p:cNvSpPr/>
            <p:nvPr/>
          </p:nvSpPr>
          <p:spPr>
            <a:xfrm>
              <a:off x="6882022" y="3718256"/>
              <a:ext cx="468366" cy="48"/>
            </a:xfrm>
            <a:custGeom>
              <a:avLst/>
              <a:gdLst/>
              <a:ahLst/>
              <a:cxnLst/>
              <a:rect l="l" t="t" r="r" b="b"/>
              <a:pathLst>
                <a:path w="9819" h="1" fill="none" extrusionOk="0">
                  <a:moveTo>
                    <a:pt x="1" y="1"/>
                  </a:moveTo>
                  <a:lnTo>
                    <a:pt x="9819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9"/>
            <p:cNvSpPr/>
            <p:nvPr/>
          </p:nvSpPr>
          <p:spPr>
            <a:xfrm>
              <a:off x="6805175" y="3966207"/>
              <a:ext cx="588713" cy="48"/>
            </a:xfrm>
            <a:custGeom>
              <a:avLst/>
              <a:gdLst/>
              <a:ahLst/>
              <a:cxnLst/>
              <a:rect l="l" t="t" r="r" b="b"/>
              <a:pathLst>
                <a:path w="12342" h="1" fill="none" extrusionOk="0">
                  <a:moveTo>
                    <a:pt x="1" y="0"/>
                  </a:moveTo>
                  <a:lnTo>
                    <a:pt x="12342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49"/>
          <p:cNvGrpSpPr/>
          <p:nvPr/>
        </p:nvGrpSpPr>
        <p:grpSpPr>
          <a:xfrm flipH="1">
            <a:off x="221075" y="2729943"/>
            <a:ext cx="1671184" cy="2440924"/>
            <a:chOff x="6795049" y="1179275"/>
            <a:chExt cx="1268451" cy="1852694"/>
          </a:xfrm>
        </p:grpSpPr>
        <p:sp>
          <p:nvSpPr>
            <p:cNvPr id="708" name="Google Shape;708;p49"/>
            <p:cNvSpPr/>
            <p:nvPr/>
          </p:nvSpPr>
          <p:spPr>
            <a:xfrm flipH="1">
              <a:off x="7005588" y="1179275"/>
              <a:ext cx="520739" cy="924305"/>
            </a:xfrm>
            <a:custGeom>
              <a:avLst/>
              <a:gdLst/>
              <a:ahLst/>
              <a:cxnLst/>
              <a:rect l="l" t="t" r="r" b="b"/>
              <a:pathLst>
                <a:path w="16559" h="29392" extrusionOk="0">
                  <a:moveTo>
                    <a:pt x="8501" y="4644"/>
                  </a:moveTo>
                  <a:cubicBezTo>
                    <a:pt x="8562" y="4644"/>
                    <a:pt x="8636" y="4667"/>
                    <a:pt x="8724" y="4719"/>
                  </a:cubicBezTo>
                  <a:cubicBezTo>
                    <a:pt x="8937" y="4841"/>
                    <a:pt x="8998" y="5084"/>
                    <a:pt x="9059" y="5297"/>
                  </a:cubicBezTo>
                  <a:cubicBezTo>
                    <a:pt x="9211" y="5874"/>
                    <a:pt x="9302" y="6452"/>
                    <a:pt x="9332" y="6999"/>
                  </a:cubicBezTo>
                  <a:cubicBezTo>
                    <a:pt x="9332" y="7090"/>
                    <a:pt x="9332" y="7364"/>
                    <a:pt x="9271" y="7576"/>
                  </a:cubicBezTo>
                  <a:cubicBezTo>
                    <a:pt x="9252" y="7733"/>
                    <a:pt x="9195" y="7852"/>
                    <a:pt x="9100" y="7852"/>
                  </a:cubicBezTo>
                  <a:cubicBezTo>
                    <a:pt x="9047" y="7852"/>
                    <a:pt x="8983" y="7815"/>
                    <a:pt x="8907" y="7728"/>
                  </a:cubicBezTo>
                  <a:cubicBezTo>
                    <a:pt x="8420" y="7242"/>
                    <a:pt x="8299" y="6543"/>
                    <a:pt x="8268" y="5874"/>
                  </a:cubicBezTo>
                  <a:cubicBezTo>
                    <a:pt x="8242" y="5637"/>
                    <a:pt x="8101" y="4644"/>
                    <a:pt x="8501" y="4644"/>
                  </a:cubicBezTo>
                  <a:close/>
                  <a:moveTo>
                    <a:pt x="12372" y="12501"/>
                  </a:moveTo>
                  <a:cubicBezTo>
                    <a:pt x="12493" y="12501"/>
                    <a:pt x="12585" y="12531"/>
                    <a:pt x="12645" y="12653"/>
                  </a:cubicBezTo>
                  <a:cubicBezTo>
                    <a:pt x="12676" y="12713"/>
                    <a:pt x="12676" y="12865"/>
                    <a:pt x="12615" y="12926"/>
                  </a:cubicBezTo>
                  <a:cubicBezTo>
                    <a:pt x="11825" y="13686"/>
                    <a:pt x="10761" y="14081"/>
                    <a:pt x="9697" y="14081"/>
                  </a:cubicBezTo>
                  <a:cubicBezTo>
                    <a:pt x="9484" y="14081"/>
                    <a:pt x="9393" y="13747"/>
                    <a:pt x="9575" y="13625"/>
                  </a:cubicBezTo>
                  <a:cubicBezTo>
                    <a:pt x="9636" y="13595"/>
                    <a:pt x="9697" y="13564"/>
                    <a:pt x="9758" y="13504"/>
                  </a:cubicBezTo>
                  <a:cubicBezTo>
                    <a:pt x="9788" y="13443"/>
                    <a:pt x="9819" y="13382"/>
                    <a:pt x="9910" y="13321"/>
                  </a:cubicBezTo>
                  <a:cubicBezTo>
                    <a:pt x="10609" y="12956"/>
                    <a:pt x="11399" y="12561"/>
                    <a:pt x="12189" y="12501"/>
                  </a:cubicBezTo>
                  <a:close/>
                  <a:moveTo>
                    <a:pt x="4855" y="12077"/>
                  </a:moveTo>
                  <a:cubicBezTo>
                    <a:pt x="4939" y="12077"/>
                    <a:pt x="5024" y="12087"/>
                    <a:pt x="5107" y="12105"/>
                  </a:cubicBezTo>
                  <a:cubicBezTo>
                    <a:pt x="5350" y="12197"/>
                    <a:pt x="5563" y="12349"/>
                    <a:pt x="5746" y="12561"/>
                  </a:cubicBezTo>
                  <a:cubicBezTo>
                    <a:pt x="6232" y="13139"/>
                    <a:pt x="6475" y="13899"/>
                    <a:pt x="6566" y="14659"/>
                  </a:cubicBezTo>
                  <a:cubicBezTo>
                    <a:pt x="6597" y="15054"/>
                    <a:pt x="6566" y="15449"/>
                    <a:pt x="6384" y="15753"/>
                  </a:cubicBezTo>
                  <a:cubicBezTo>
                    <a:pt x="6170" y="16087"/>
                    <a:pt x="5968" y="16221"/>
                    <a:pt x="5782" y="16221"/>
                  </a:cubicBezTo>
                  <a:cubicBezTo>
                    <a:pt x="5119" y="16221"/>
                    <a:pt x="4648" y="14525"/>
                    <a:pt x="4530" y="14051"/>
                  </a:cubicBezTo>
                  <a:cubicBezTo>
                    <a:pt x="4439" y="13656"/>
                    <a:pt x="3983" y="12592"/>
                    <a:pt x="4347" y="12257"/>
                  </a:cubicBezTo>
                  <a:cubicBezTo>
                    <a:pt x="4474" y="12130"/>
                    <a:pt x="4661" y="12077"/>
                    <a:pt x="4855" y="12077"/>
                  </a:cubicBezTo>
                  <a:close/>
                  <a:moveTo>
                    <a:pt x="13172" y="0"/>
                  </a:moveTo>
                  <a:cubicBezTo>
                    <a:pt x="12729" y="0"/>
                    <a:pt x="12240" y="117"/>
                    <a:pt x="11703" y="373"/>
                  </a:cubicBezTo>
                  <a:cubicBezTo>
                    <a:pt x="11764" y="677"/>
                    <a:pt x="11825" y="950"/>
                    <a:pt x="11916" y="1224"/>
                  </a:cubicBezTo>
                  <a:cubicBezTo>
                    <a:pt x="11977" y="1558"/>
                    <a:pt x="12037" y="1893"/>
                    <a:pt x="12037" y="2227"/>
                  </a:cubicBezTo>
                  <a:cubicBezTo>
                    <a:pt x="12037" y="2409"/>
                    <a:pt x="12007" y="2592"/>
                    <a:pt x="11977" y="2774"/>
                  </a:cubicBezTo>
                  <a:cubicBezTo>
                    <a:pt x="11916" y="2987"/>
                    <a:pt x="11855" y="3139"/>
                    <a:pt x="11642" y="3200"/>
                  </a:cubicBezTo>
                  <a:cubicBezTo>
                    <a:pt x="11618" y="3208"/>
                    <a:pt x="11591" y="3211"/>
                    <a:pt x="11565" y="3211"/>
                  </a:cubicBezTo>
                  <a:cubicBezTo>
                    <a:pt x="11492" y="3211"/>
                    <a:pt x="11421" y="3183"/>
                    <a:pt x="11399" y="3139"/>
                  </a:cubicBezTo>
                  <a:cubicBezTo>
                    <a:pt x="10913" y="2531"/>
                    <a:pt x="10761" y="1771"/>
                    <a:pt x="10670" y="1011"/>
                  </a:cubicBezTo>
                  <a:cubicBezTo>
                    <a:pt x="10487" y="1133"/>
                    <a:pt x="10274" y="1285"/>
                    <a:pt x="10092" y="1467"/>
                  </a:cubicBezTo>
                  <a:cubicBezTo>
                    <a:pt x="6779" y="4263"/>
                    <a:pt x="4439" y="8032"/>
                    <a:pt x="2888" y="12166"/>
                  </a:cubicBezTo>
                  <a:cubicBezTo>
                    <a:pt x="1885" y="14841"/>
                    <a:pt x="1247" y="17607"/>
                    <a:pt x="882" y="20434"/>
                  </a:cubicBezTo>
                  <a:cubicBezTo>
                    <a:pt x="609" y="22653"/>
                    <a:pt x="1" y="25875"/>
                    <a:pt x="669" y="28063"/>
                  </a:cubicBezTo>
                  <a:cubicBezTo>
                    <a:pt x="821" y="28580"/>
                    <a:pt x="1217" y="29066"/>
                    <a:pt x="1733" y="29188"/>
                  </a:cubicBezTo>
                  <a:cubicBezTo>
                    <a:pt x="1801" y="29203"/>
                    <a:pt x="1869" y="29210"/>
                    <a:pt x="1938" y="29210"/>
                  </a:cubicBezTo>
                  <a:cubicBezTo>
                    <a:pt x="2428" y="29210"/>
                    <a:pt x="2919" y="28847"/>
                    <a:pt x="2919" y="28367"/>
                  </a:cubicBezTo>
                  <a:cubicBezTo>
                    <a:pt x="2983" y="29101"/>
                    <a:pt x="3448" y="29391"/>
                    <a:pt x="3978" y="29391"/>
                  </a:cubicBezTo>
                  <a:cubicBezTo>
                    <a:pt x="4457" y="29391"/>
                    <a:pt x="4988" y="29154"/>
                    <a:pt x="5320" y="28793"/>
                  </a:cubicBezTo>
                  <a:cubicBezTo>
                    <a:pt x="10700" y="22926"/>
                    <a:pt x="14469" y="15601"/>
                    <a:pt x="16110" y="7820"/>
                  </a:cubicBezTo>
                  <a:lnTo>
                    <a:pt x="16110" y="7820"/>
                  </a:lnTo>
                  <a:cubicBezTo>
                    <a:pt x="14834" y="8367"/>
                    <a:pt x="13557" y="8853"/>
                    <a:pt x="12189" y="9005"/>
                  </a:cubicBezTo>
                  <a:cubicBezTo>
                    <a:pt x="12178" y="9007"/>
                    <a:pt x="12167" y="9007"/>
                    <a:pt x="12157" y="9007"/>
                  </a:cubicBezTo>
                  <a:cubicBezTo>
                    <a:pt x="11959" y="9007"/>
                    <a:pt x="11802" y="8752"/>
                    <a:pt x="11946" y="8580"/>
                  </a:cubicBezTo>
                  <a:cubicBezTo>
                    <a:pt x="12645" y="7728"/>
                    <a:pt x="13740" y="7181"/>
                    <a:pt x="14773" y="6786"/>
                  </a:cubicBezTo>
                  <a:cubicBezTo>
                    <a:pt x="15290" y="6573"/>
                    <a:pt x="15806" y="6421"/>
                    <a:pt x="16354" y="6269"/>
                  </a:cubicBezTo>
                  <a:cubicBezTo>
                    <a:pt x="16558" y="3253"/>
                    <a:pt x="15516" y="0"/>
                    <a:pt x="1317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9"/>
            <p:cNvSpPr/>
            <p:nvPr/>
          </p:nvSpPr>
          <p:spPr>
            <a:xfrm flipH="1">
              <a:off x="7499521" y="1715976"/>
              <a:ext cx="563979" cy="634642"/>
            </a:xfrm>
            <a:custGeom>
              <a:avLst/>
              <a:gdLst/>
              <a:ahLst/>
              <a:cxnLst/>
              <a:rect l="l" t="t" r="r" b="b"/>
              <a:pathLst>
                <a:path w="17934" h="20181" extrusionOk="0">
                  <a:moveTo>
                    <a:pt x="2918" y="3184"/>
                  </a:moveTo>
                  <a:cubicBezTo>
                    <a:pt x="3496" y="3184"/>
                    <a:pt x="4134" y="3367"/>
                    <a:pt x="4590" y="3762"/>
                  </a:cubicBezTo>
                  <a:cubicBezTo>
                    <a:pt x="4681" y="3853"/>
                    <a:pt x="4712" y="4036"/>
                    <a:pt x="4651" y="4127"/>
                  </a:cubicBezTo>
                  <a:cubicBezTo>
                    <a:pt x="4590" y="4279"/>
                    <a:pt x="4469" y="4339"/>
                    <a:pt x="4317" y="4339"/>
                  </a:cubicBezTo>
                  <a:cubicBezTo>
                    <a:pt x="3982" y="4339"/>
                    <a:pt x="3648" y="4248"/>
                    <a:pt x="3344" y="4096"/>
                  </a:cubicBezTo>
                  <a:cubicBezTo>
                    <a:pt x="3131" y="3975"/>
                    <a:pt x="2918" y="3823"/>
                    <a:pt x="2706" y="3701"/>
                  </a:cubicBezTo>
                  <a:cubicBezTo>
                    <a:pt x="2614" y="3640"/>
                    <a:pt x="2523" y="3549"/>
                    <a:pt x="2493" y="3458"/>
                  </a:cubicBezTo>
                  <a:cubicBezTo>
                    <a:pt x="2493" y="3367"/>
                    <a:pt x="2554" y="3276"/>
                    <a:pt x="2645" y="3245"/>
                  </a:cubicBezTo>
                  <a:cubicBezTo>
                    <a:pt x="2706" y="3184"/>
                    <a:pt x="2827" y="3184"/>
                    <a:pt x="2918" y="3184"/>
                  </a:cubicBezTo>
                  <a:close/>
                  <a:moveTo>
                    <a:pt x="8471" y="2373"/>
                  </a:moveTo>
                  <a:cubicBezTo>
                    <a:pt x="8569" y="2373"/>
                    <a:pt x="8671" y="2421"/>
                    <a:pt x="8785" y="2516"/>
                  </a:cubicBezTo>
                  <a:cubicBezTo>
                    <a:pt x="9180" y="2911"/>
                    <a:pt x="9636" y="3701"/>
                    <a:pt x="9666" y="4279"/>
                  </a:cubicBezTo>
                  <a:cubicBezTo>
                    <a:pt x="9697" y="5039"/>
                    <a:pt x="9119" y="6011"/>
                    <a:pt x="8815" y="6710"/>
                  </a:cubicBezTo>
                  <a:cubicBezTo>
                    <a:pt x="8730" y="6881"/>
                    <a:pt x="8618" y="7078"/>
                    <a:pt x="8455" y="7078"/>
                  </a:cubicBezTo>
                  <a:cubicBezTo>
                    <a:pt x="8443" y="7078"/>
                    <a:pt x="8432" y="7077"/>
                    <a:pt x="8420" y="7075"/>
                  </a:cubicBezTo>
                  <a:cubicBezTo>
                    <a:pt x="8238" y="7075"/>
                    <a:pt x="8146" y="6893"/>
                    <a:pt x="8086" y="6741"/>
                  </a:cubicBezTo>
                  <a:cubicBezTo>
                    <a:pt x="7751" y="5890"/>
                    <a:pt x="7630" y="4978"/>
                    <a:pt x="7690" y="4066"/>
                  </a:cubicBezTo>
                  <a:cubicBezTo>
                    <a:pt x="7721" y="3853"/>
                    <a:pt x="7903" y="2668"/>
                    <a:pt x="8298" y="2425"/>
                  </a:cubicBezTo>
                  <a:cubicBezTo>
                    <a:pt x="8355" y="2390"/>
                    <a:pt x="8412" y="2373"/>
                    <a:pt x="8471" y="2373"/>
                  </a:cubicBezTo>
                  <a:close/>
                  <a:moveTo>
                    <a:pt x="5100" y="6966"/>
                  </a:moveTo>
                  <a:cubicBezTo>
                    <a:pt x="5215" y="6966"/>
                    <a:pt x="5330" y="6973"/>
                    <a:pt x="5441" y="6984"/>
                  </a:cubicBezTo>
                  <a:cubicBezTo>
                    <a:pt x="5745" y="7014"/>
                    <a:pt x="6019" y="7045"/>
                    <a:pt x="6323" y="7105"/>
                  </a:cubicBezTo>
                  <a:cubicBezTo>
                    <a:pt x="6627" y="7136"/>
                    <a:pt x="7599" y="7501"/>
                    <a:pt x="6991" y="7926"/>
                  </a:cubicBezTo>
                  <a:cubicBezTo>
                    <a:pt x="6775" y="8062"/>
                    <a:pt x="6491" y="8119"/>
                    <a:pt x="6185" y="8119"/>
                  </a:cubicBezTo>
                  <a:cubicBezTo>
                    <a:pt x="5804" y="8119"/>
                    <a:pt x="5386" y="8031"/>
                    <a:pt x="5016" y="7896"/>
                  </a:cubicBezTo>
                  <a:cubicBezTo>
                    <a:pt x="4742" y="7805"/>
                    <a:pt x="4499" y="7683"/>
                    <a:pt x="4347" y="7592"/>
                  </a:cubicBezTo>
                  <a:cubicBezTo>
                    <a:pt x="4317" y="7561"/>
                    <a:pt x="4286" y="7531"/>
                    <a:pt x="4256" y="7501"/>
                  </a:cubicBezTo>
                  <a:cubicBezTo>
                    <a:pt x="4195" y="7440"/>
                    <a:pt x="4195" y="7318"/>
                    <a:pt x="4256" y="7227"/>
                  </a:cubicBezTo>
                  <a:cubicBezTo>
                    <a:pt x="4317" y="7136"/>
                    <a:pt x="4408" y="7105"/>
                    <a:pt x="4529" y="7045"/>
                  </a:cubicBezTo>
                  <a:cubicBezTo>
                    <a:pt x="4703" y="6987"/>
                    <a:pt x="4901" y="6966"/>
                    <a:pt x="5100" y="6966"/>
                  </a:cubicBezTo>
                  <a:close/>
                  <a:moveTo>
                    <a:pt x="11850" y="7285"/>
                  </a:moveTo>
                  <a:cubicBezTo>
                    <a:pt x="11852" y="7285"/>
                    <a:pt x="11854" y="7286"/>
                    <a:pt x="11855" y="7288"/>
                  </a:cubicBezTo>
                  <a:cubicBezTo>
                    <a:pt x="12067" y="7592"/>
                    <a:pt x="12128" y="7896"/>
                    <a:pt x="12098" y="8200"/>
                  </a:cubicBezTo>
                  <a:cubicBezTo>
                    <a:pt x="12067" y="8808"/>
                    <a:pt x="11703" y="9355"/>
                    <a:pt x="11399" y="9871"/>
                  </a:cubicBezTo>
                  <a:cubicBezTo>
                    <a:pt x="11247" y="9871"/>
                    <a:pt x="11156" y="9719"/>
                    <a:pt x="11125" y="9568"/>
                  </a:cubicBezTo>
                  <a:cubicBezTo>
                    <a:pt x="11064" y="9112"/>
                    <a:pt x="11095" y="8656"/>
                    <a:pt x="11247" y="8230"/>
                  </a:cubicBezTo>
                  <a:cubicBezTo>
                    <a:pt x="11276" y="8142"/>
                    <a:pt x="11790" y="7285"/>
                    <a:pt x="11850" y="7285"/>
                  </a:cubicBezTo>
                  <a:close/>
                  <a:moveTo>
                    <a:pt x="7052" y="10305"/>
                  </a:moveTo>
                  <a:cubicBezTo>
                    <a:pt x="7455" y="10305"/>
                    <a:pt x="7858" y="10373"/>
                    <a:pt x="8238" y="10479"/>
                  </a:cubicBezTo>
                  <a:cubicBezTo>
                    <a:pt x="9058" y="10723"/>
                    <a:pt x="9849" y="11148"/>
                    <a:pt x="10456" y="11756"/>
                  </a:cubicBezTo>
                  <a:cubicBezTo>
                    <a:pt x="10578" y="11908"/>
                    <a:pt x="10608" y="12090"/>
                    <a:pt x="10487" y="12273"/>
                  </a:cubicBezTo>
                  <a:cubicBezTo>
                    <a:pt x="10418" y="12341"/>
                    <a:pt x="10316" y="12375"/>
                    <a:pt x="10205" y="12375"/>
                  </a:cubicBezTo>
                  <a:cubicBezTo>
                    <a:pt x="10168" y="12375"/>
                    <a:pt x="10130" y="12371"/>
                    <a:pt x="10092" y="12364"/>
                  </a:cubicBezTo>
                  <a:cubicBezTo>
                    <a:pt x="9930" y="12391"/>
                    <a:pt x="9766" y="12403"/>
                    <a:pt x="9602" y="12403"/>
                  </a:cubicBezTo>
                  <a:cubicBezTo>
                    <a:pt x="9029" y="12403"/>
                    <a:pt x="8454" y="12256"/>
                    <a:pt x="7934" y="12090"/>
                  </a:cubicBezTo>
                  <a:cubicBezTo>
                    <a:pt x="7204" y="11878"/>
                    <a:pt x="6475" y="11604"/>
                    <a:pt x="5836" y="11209"/>
                  </a:cubicBezTo>
                  <a:cubicBezTo>
                    <a:pt x="5563" y="11026"/>
                    <a:pt x="5593" y="10662"/>
                    <a:pt x="5867" y="10540"/>
                  </a:cubicBezTo>
                  <a:cubicBezTo>
                    <a:pt x="6247" y="10373"/>
                    <a:pt x="6649" y="10305"/>
                    <a:pt x="7052" y="10305"/>
                  </a:cubicBezTo>
                  <a:close/>
                  <a:moveTo>
                    <a:pt x="16759" y="15071"/>
                  </a:moveTo>
                  <a:cubicBezTo>
                    <a:pt x="16875" y="15071"/>
                    <a:pt x="16973" y="15137"/>
                    <a:pt x="17022" y="15312"/>
                  </a:cubicBezTo>
                  <a:cubicBezTo>
                    <a:pt x="17052" y="15434"/>
                    <a:pt x="17022" y="15555"/>
                    <a:pt x="16992" y="15677"/>
                  </a:cubicBezTo>
                  <a:cubicBezTo>
                    <a:pt x="16961" y="15799"/>
                    <a:pt x="16931" y="15890"/>
                    <a:pt x="16900" y="16011"/>
                  </a:cubicBezTo>
                  <a:cubicBezTo>
                    <a:pt x="16779" y="16315"/>
                    <a:pt x="16596" y="16589"/>
                    <a:pt x="16384" y="16832"/>
                  </a:cubicBezTo>
                  <a:cubicBezTo>
                    <a:pt x="16384" y="16862"/>
                    <a:pt x="16353" y="16893"/>
                    <a:pt x="16323" y="16893"/>
                  </a:cubicBezTo>
                  <a:cubicBezTo>
                    <a:pt x="16292" y="16893"/>
                    <a:pt x="16262" y="16862"/>
                    <a:pt x="16262" y="16862"/>
                  </a:cubicBezTo>
                  <a:cubicBezTo>
                    <a:pt x="16080" y="16710"/>
                    <a:pt x="15988" y="16467"/>
                    <a:pt x="15958" y="16255"/>
                  </a:cubicBezTo>
                  <a:cubicBezTo>
                    <a:pt x="15958" y="16011"/>
                    <a:pt x="16019" y="15768"/>
                    <a:pt x="16110" y="15555"/>
                  </a:cubicBezTo>
                  <a:cubicBezTo>
                    <a:pt x="16193" y="15369"/>
                    <a:pt x="16514" y="15071"/>
                    <a:pt x="16759" y="15071"/>
                  </a:cubicBezTo>
                  <a:close/>
                  <a:moveTo>
                    <a:pt x="9544" y="17105"/>
                  </a:moveTo>
                  <a:cubicBezTo>
                    <a:pt x="9544" y="17105"/>
                    <a:pt x="9544" y="17106"/>
                    <a:pt x="9545" y="17106"/>
                  </a:cubicBezTo>
                  <a:cubicBezTo>
                    <a:pt x="9544" y="17105"/>
                    <a:pt x="9544" y="17105"/>
                    <a:pt x="9544" y="17105"/>
                  </a:cubicBezTo>
                  <a:close/>
                  <a:moveTo>
                    <a:pt x="10578" y="17835"/>
                  </a:moveTo>
                  <a:cubicBezTo>
                    <a:pt x="10579" y="17836"/>
                    <a:pt x="10580" y="17836"/>
                    <a:pt x="10581" y="17837"/>
                  </a:cubicBezTo>
                  <a:lnTo>
                    <a:pt x="10581" y="17837"/>
                  </a:lnTo>
                  <a:cubicBezTo>
                    <a:pt x="10580" y="17836"/>
                    <a:pt x="10579" y="17836"/>
                    <a:pt x="10578" y="17835"/>
                  </a:cubicBezTo>
                  <a:close/>
                  <a:moveTo>
                    <a:pt x="5239" y="0"/>
                  </a:moveTo>
                  <a:cubicBezTo>
                    <a:pt x="4787" y="0"/>
                    <a:pt x="4317" y="56"/>
                    <a:pt x="3830" y="175"/>
                  </a:cubicBezTo>
                  <a:cubicBezTo>
                    <a:pt x="2706" y="449"/>
                    <a:pt x="1703" y="1057"/>
                    <a:pt x="1095" y="2060"/>
                  </a:cubicBezTo>
                  <a:cubicBezTo>
                    <a:pt x="0" y="3853"/>
                    <a:pt x="487" y="6224"/>
                    <a:pt x="1459" y="8139"/>
                  </a:cubicBezTo>
                  <a:cubicBezTo>
                    <a:pt x="3131" y="11482"/>
                    <a:pt x="6444" y="14644"/>
                    <a:pt x="9362" y="16984"/>
                  </a:cubicBezTo>
                  <a:cubicBezTo>
                    <a:pt x="9423" y="17045"/>
                    <a:pt x="9483" y="17075"/>
                    <a:pt x="9544" y="17105"/>
                  </a:cubicBezTo>
                  <a:lnTo>
                    <a:pt x="9544" y="17105"/>
                  </a:lnTo>
                  <a:cubicBezTo>
                    <a:pt x="9550" y="17094"/>
                    <a:pt x="10336" y="16832"/>
                    <a:pt x="10365" y="16832"/>
                  </a:cubicBezTo>
                  <a:cubicBezTo>
                    <a:pt x="10791" y="16771"/>
                    <a:pt x="11216" y="16710"/>
                    <a:pt x="11642" y="16680"/>
                  </a:cubicBezTo>
                  <a:cubicBezTo>
                    <a:pt x="11824" y="16680"/>
                    <a:pt x="12037" y="16680"/>
                    <a:pt x="12159" y="16771"/>
                  </a:cubicBezTo>
                  <a:cubicBezTo>
                    <a:pt x="12767" y="17197"/>
                    <a:pt x="11551" y="17592"/>
                    <a:pt x="11277" y="17683"/>
                  </a:cubicBezTo>
                  <a:cubicBezTo>
                    <a:pt x="11199" y="17709"/>
                    <a:pt x="10807" y="17847"/>
                    <a:pt x="10640" y="17847"/>
                  </a:cubicBezTo>
                  <a:cubicBezTo>
                    <a:pt x="10614" y="17847"/>
                    <a:pt x="10594" y="17844"/>
                    <a:pt x="10581" y="17837"/>
                  </a:cubicBezTo>
                  <a:lnTo>
                    <a:pt x="10581" y="17837"/>
                  </a:lnTo>
                  <a:cubicBezTo>
                    <a:pt x="11431" y="18353"/>
                    <a:pt x="12281" y="18839"/>
                    <a:pt x="13101" y="19385"/>
                  </a:cubicBezTo>
                  <a:cubicBezTo>
                    <a:pt x="13496" y="19689"/>
                    <a:pt x="13952" y="19963"/>
                    <a:pt x="14438" y="20115"/>
                  </a:cubicBezTo>
                  <a:cubicBezTo>
                    <a:pt x="14604" y="20156"/>
                    <a:pt x="14781" y="20180"/>
                    <a:pt x="14958" y="20180"/>
                  </a:cubicBezTo>
                  <a:cubicBezTo>
                    <a:pt x="15298" y="20180"/>
                    <a:pt x="15637" y="20092"/>
                    <a:pt x="15897" y="19872"/>
                  </a:cubicBezTo>
                  <a:cubicBezTo>
                    <a:pt x="16748" y="19112"/>
                    <a:pt x="15472" y="18443"/>
                    <a:pt x="16779" y="18048"/>
                  </a:cubicBezTo>
                  <a:cubicBezTo>
                    <a:pt x="17387" y="17896"/>
                    <a:pt x="17782" y="17258"/>
                    <a:pt x="17843" y="16619"/>
                  </a:cubicBezTo>
                  <a:cubicBezTo>
                    <a:pt x="17934" y="16011"/>
                    <a:pt x="17751" y="15373"/>
                    <a:pt x="17539" y="14765"/>
                  </a:cubicBezTo>
                  <a:cubicBezTo>
                    <a:pt x="16201" y="10905"/>
                    <a:pt x="13830" y="7470"/>
                    <a:pt x="11460" y="4096"/>
                  </a:cubicBezTo>
                  <a:cubicBezTo>
                    <a:pt x="9953" y="1915"/>
                    <a:pt x="7893" y="0"/>
                    <a:pt x="523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9"/>
            <p:cNvSpPr/>
            <p:nvPr/>
          </p:nvSpPr>
          <p:spPr>
            <a:xfrm flipH="1">
              <a:off x="6795049" y="1817172"/>
              <a:ext cx="639516" cy="653070"/>
            </a:xfrm>
            <a:custGeom>
              <a:avLst/>
              <a:gdLst/>
              <a:ahLst/>
              <a:cxnLst/>
              <a:rect l="l" t="t" r="r" b="b"/>
              <a:pathLst>
                <a:path w="20336" h="20767" extrusionOk="0">
                  <a:moveTo>
                    <a:pt x="16779" y="6714"/>
                  </a:moveTo>
                  <a:cubicBezTo>
                    <a:pt x="17022" y="6714"/>
                    <a:pt x="17296" y="6775"/>
                    <a:pt x="17417" y="6988"/>
                  </a:cubicBezTo>
                  <a:cubicBezTo>
                    <a:pt x="17569" y="7292"/>
                    <a:pt x="17235" y="7596"/>
                    <a:pt x="16931" y="7778"/>
                  </a:cubicBezTo>
                  <a:cubicBezTo>
                    <a:pt x="16901" y="7808"/>
                    <a:pt x="16901" y="7808"/>
                    <a:pt x="16870" y="7839"/>
                  </a:cubicBezTo>
                  <a:cubicBezTo>
                    <a:pt x="15958" y="8325"/>
                    <a:pt x="14986" y="8903"/>
                    <a:pt x="13952" y="9024"/>
                  </a:cubicBezTo>
                  <a:cubicBezTo>
                    <a:pt x="13853" y="9033"/>
                    <a:pt x="13699" y="9045"/>
                    <a:pt x="13529" y="9045"/>
                  </a:cubicBezTo>
                  <a:cubicBezTo>
                    <a:pt x="13127" y="9045"/>
                    <a:pt x="12630" y="8980"/>
                    <a:pt x="12524" y="8660"/>
                  </a:cubicBezTo>
                  <a:cubicBezTo>
                    <a:pt x="12341" y="8112"/>
                    <a:pt x="13253" y="7596"/>
                    <a:pt x="13618" y="7413"/>
                  </a:cubicBezTo>
                  <a:cubicBezTo>
                    <a:pt x="14591" y="6957"/>
                    <a:pt x="15685" y="6714"/>
                    <a:pt x="16779" y="6714"/>
                  </a:cubicBezTo>
                  <a:close/>
                  <a:moveTo>
                    <a:pt x="10927" y="5510"/>
                  </a:moveTo>
                  <a:cubicBezTo>
                    <a:pt x="10986" y="5510"/>
                    <a:pt x="11043" y="5524"/>
                    <a:pt x="11095" y="5559"/>
                  </a:cubicBezTo>
                  <a:cubicBezTo>
                    <a:pt x="11430" y="5802"/>
                    <a:pt x="11521" y="6198"/>
                    <a:pt x="11490" y="6653"/>
                  </a:cubicBezTo>
                  <a:cubicBezTo>
                    <a:pt x="11430" y="7565"/>
                    <a:pt x="10852" y="8720"/>
                    <a:pt x="10518" y="9146"/>
                  </a:cubicBezTo>
                  <a:cubicBezTo>
                    <a:pt x="10453" y="9253"/>
                    <a:pt x="10328" y="9361"/>
                    <a:pt x="10217" y="9361"/>
                  </a:cubicBezTo>
                  <a:cubicBezTo>
                    <a:pt x="10171" y="9361"/>
                    <a:pt x="10128" y="9342"/>
                    <a:pt x="10092" y="9298"/>
                  </a:cubicBezTo>
                  <a:cubicBezTo>
                    <a:pt x="10062" y="9267"/>
                    <a:pt x="10062" y="9207"/>
                    <a:pt x="10062" y="9146"/>
                  </a:cubicBezTo>
                  <a:cubicBezTo>
                    <a:pt x="10031" y="8872"/>
                    <a:pt x="10031" y="8416"/>
                    <a:pt x="10062" y="8295"/>
                  </a:cubicBezTo>
                  <a:cubicBezTo>
                    <a:pt x="10001" y="7444"/>
                    <a:pt x="9849" y="6380"/>
                    <a:pt x="10518" y="5711"/>
                  </a:cubicBezTo>
                  <a:cubicBezTo>
                    <a:pt x="10626" y="5603"/>
                    <a:pt x="10781" y="5510"/>
                    <a:pt x="10927" y="5510"/>
                  </a:cubicBezTo>
                  <a:close/>
                  <a:moveTo>
                    <a:pt x="9732" y="14091"/>
                  </a:moveTo>
                  <a:cubicBezTo>
                    <a:pt x="10332" y="14091"/>
                    <a:pt x="10997" y="14179"/>
                    <a:pt x="11034" y="14496"/>
                  </a:cubicBezTo>
                  <a:cubicBezTo>
                    <a:pt x="11065" y="14799"/>
                    <a:pt x="10761" y="15012"/>
                    <a:pt x="10305" y="15164"/>
                  </a:cubicBezTo>
                  <a:cubicBezTo>
                    <a:pt x="9515" y="15438"/>
                    <a:pt x="8329" y="15468"/>
                    <a:pt x="8056" y="15529"/>
                  </a:cubicBezTo>
                  <a:cubicBezTo>
                    <a:pt x="7630" y="15590"/>
                    <a:pt x="7204" y="15651"/>
                    <a:pt x="6809" y="15711"/>
                  </a:cubicBezTo>
                  <a:cubicBezTo>
                    <a:pt x="6718" y="15559"/>
                    <a:pt x="6870" y="15377"/>
                    <a:pt x="6992" y="15225"/>
                  </a:cubicBezTo>
                  <a:cubicBezTo>
                    <a:pt x="7539" y="14769"/>
                    <a:pt x="8147" y="14374"/>
                    <a:pt x="8846" y="14161"/>
                  </a:cubicBezTo>
                  <a:cubicBezTo>
                    <a:pt x="8999" y="14126"/>
                    <a:pt x="9353" y="14091"/>
                    <a:pt x="9732" y="14091"/>
                  </a:cubicBezTo>
                  <a:close/>
                  <a:moveTo>
                    <a:pt x="18891" y="0"/>
                  </a:moveTo>
                  <a:cubicBezTo>
                    <a:pt x="18590" y="0"/>
                    <a:pt x="18276" y="71"/>
                    <a:pt x="17995" y="149"/>
                  </a:cubicBezTo>
                  <a:cubicBezTo>
                    <a:pt x="16931" y="453"/>
                    <a:pt x="15898" y="818"/>
                    <a:pt x="14895" y="1273"/>
                  </a:cubicBezTo>
                  <a:cubicBezTo>
                    <a:pt x="14864" y="1273"/>
                    <a:pt x="15168" y="3918"/>
                    <a:pt x="15047" y="4252"/>
                  </a:cubicBezTo>
                  <a:cubicBezTo>
                    <a:pt x="14940" y="4549"/>
                    <a:pt x="14493" y="4921"/>
                    <a:pt x="14109" y="4921"/>
                  </a:cubicBezTo>
                  <a:cubicBezTo>
                    <a:pt x="13943" y="4921"/>
                    <a:pt x="13789" y="4852"/>
                    <a:pt x="13679" y="4678"/>
                  </a:cubicBezTo>
                  <a:cubicBezTo>
                    <a:pt x="13588" y="4526"/>
                    <a:pt x="13588" y="4343"/>
                    <a:pt x="13588" y="4161"/>
                  </a:cubicBezTo>
                  <a:cubicBezTo>
                    <a:pt x="13618" y="3462"/>
                    <a:pt x="13679" y="2732"/>
                    <a:pt x="13648" y="2003"/>
                  </a:cubicBezTo>
                  <a:lnTo>
                    <a:pt x="13648" y="2003"/>
                  </a:lnTo>
                  <a:cubicBezTo>
                    <a:pt x="10852" y="3219"/>
                    <a:pt x="8420" y="5134"/>
                    <a:pt x="6353" y="7413"/>
                  </a:cubicBezTo>
                  <a:cubicBezTo>
                    <a:pt x="5867" y="7991"/>
                    <a:pt x="4773" y="8903"/>
                    <a:pt x="4803" y="9693"/>
                  </a:cubicBezTo>
                  <a:cubicBezTo>
                    <a:pt x="4803" y="10149"/>
                    <a:pt x="5168" y="10726"/>
                    <a:pt x="5229" y="11213"/>
                  </a:cubicBezTo>
                  <a:cubicBezTo>
                    <a:pt x="5290" y="11760"/>
                    <a:pt x="5290" y="12337"/>
                    <a:pt x="5198" y="12885"/>
                  </a:cubicBezTo>
                  <a:cubicBezTo>
                    <a:pt x="5198" y="13006"/>
                    <a:pt x="5138" y="13158"/>
                    <a:pt x="5016" y="13189"/>
                  </a:cubicBezTo>
                  <a:cubicBezTo>
                    <a:pt x="4997" y="13195"/>
                    <a:pt x="4978" y="13198"/>
                    <a:pt x="4959" y="13198"/>
                  </a:cubicBezTo>
                  <a:cubicBezTo>
                    <a:pt x="4803" y="13198"/>
                    <a:pt x="4678" y="12984"/>
                    <a:pt x="4651" y="12793"/>
                  </a:cubicBezTo>
                  <a:cubicBezTo>
                    <a:pt x="4499" y="11973"/>
                    <a:pt x="4469" y="11152"/>
                    <a:pt x="4378" y="10301"/>
                  </a:cubicBezTo>
                  <a:cubicBezTo>
                    <a:pt x="2584" y="12094"/>
                    <a:pt x="1642" y="15012"/>
                    <a:pt x="1065" y="17413"/>
                  </a:cubicBezTo>
                  <a:cubicBezTo>
                    <a:pt x="943" y="17991"/>
                    <a:pt x="1" y="20392"/>
                    <a:pt x="578" y="20757"/>
                  </a:cubicBezTo>
                  <a:cubicBezTo>
                    <a:pt x="589" y="20764"/>
                    <a:pt x="607" y="20767"/>
                    <a:pt x="631" y="20767"/>
                  </a:cubicBezTo>
                  <a:cubicBezTo>
                    <a:pt x="1156" y="20767"/>
                    <a:pt x="4710" y="19260"/>
                    <a:pt x="5320" y="19085"/>
                  </a:cubicBezTo>
                  <a:cubicBezTo>
                    <a:pt x="8572" y="18295"/>
                    <a:pt x="11733" y="16532"/>
                    <a:pt x="13983" y="13766"/>
                  </a:cubicBezTo>
                  <a:cubicBezTo>
                    <a:pt x="15351" y="12094"/>
                    <a:pt x="16658" y="10301"/>
                    <a:pt x="17721" y="8386"/>
                  </a:cubicBezTo>
                  <a:cubicBezTo>
                    <a:pt x="18572" y="6836"/>
                    <a:pt x="20031" y="4313"/>
                    <a:pt x="19880" y="2520"/>
                  </a:cubicBezTo>
                  <a:cubicBezTo>
                    <a:pt x="19606" y="2520"/>
                    <a:pt x="19302" y="2611"/>
                    <a:pt x="18998" y="2732"/>
                  </a:cubicBezTo>
                  <a:cubicBezTo>
                    <a:pt x="18694" y="2854"/>
                    <a:pt x="18390" y="2976"/>
                    <a:pt x="18025" y="2976"/>
                  </a:cubicBezTo>
                  <a:cubicBezTo>
                    <a:pt x="17995" y="2976"/>
                    <a:pt x="17934" y="2976"/>
                    <a:pt x="17904" y="2945"/>
                  </a:cubicBezTo>
                  <a:cubicBezTo>
                    <a:pt x="17843" y="2915"/>
                    <a:pt x="17843" y="2854"/>
                    <a:pt x="17843" y="2824"/>
                  </a:cubicBezTo>
                  <a:cubicBezTo>
                    <a:pt x="17813" y="2398"/>
                    <a:pt x="18177" y="2033"/>
                    <a:pt x="18572" y="1881"/>
                  </a:cubicBezTo>
                  <a:cubicBezTo>
                    <a:pt x="18876" y="1729"/>
                    <a:pt x="19849" y="1760"/>
                    <a:pt x="20062" y="1547"/>
                  </a:cubicBezTo>
                  <a:cubicBezTo>
                    <a:pt x="20335" y="1243"/>
                    <a:pt x="19940" y="453"/>
                    <a:pt x="19667" y="240"/>
                  </a:cubicBezTo>
                  <a:cubicBezTo>
                    <a:pt x="19445" y="63"/>
                    <a:pt x="19174" y="0"/>
                    <a:pt x="1889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9"/>
            <p:cNvSpPr/>
            <p:nvPr/>
          </p:nvSpPr>
          <p:spPr>
            <a:xfrm flipH="1">
              <a:off x="7093297" y="2145853"/>
              <a:ext cx="366112" cy="535331"/>
            </a:xfrm>
            <a:custGeom>
              <a:avLst/>
              <a:gdLst/>
              <a:ahLst/>
              <a:cxnLst/>
              <a:rect l="l" t="t" r="r" b="b"/>
              <a:pathLst>
                <a:path w="11642" h="17023" fill="none" extrusionOk="0">
                  <a:moveTo>
                    <a:pt x="11642" y="1"/>
                  </a:moveTo>
                  <a:cubicBezTo>
                    <a:pt x="9423" y="1946"/>
                    <a:pt x="7235" y="3892"/>
                    <a:pt x="5046" y="5837"/>
                  </a:cubicBezTo>
                  <a:cubicBezTo>
                    <a:pt x="3861" y="6870"/>
                    <a:pt x="2675" y="7934"/>
                    <a:pt x="1855" y="9302"/>
                  </a:cubicBezTo>
                  <a:cubicBezTo>
                    <a:pt x="517" y="11551"/>
                    <a:pt x="244" y="14348"/>
                    <a:pt x="0" y="17022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9"/>
            <p:cNvSpPr/>
            <p:nvPr/>
          </p:nvSpPr>
          <p:spPr>
            <a:xfrm flipH="1">
              <a:off x="7489970" y="2073211"/>
              <a:ext cx="193119" cy="754205"/>
            </a:xfrm>
            <a:custGeom>
              <a:avLst/>
              <a:gdLst/>
              <a:ahLst/>
              <a:cxnLst/>
              <a:rect l="l" t="t" r="r" b="b"/>
              <a:pathLst>
                <a:path w="6141" h="23983" fill="none" extrusionOk="0">
                  <a:moveTo>
                    <a:pt x="1" y="1"/>
                  </a:moveTo>
                  <a:cubicBezTo>
                    <a:pt x="2828" y="4408"/>
                    <a:pt x="5563" y="9241"/>
                    <a:pt x="5928" y="14652"/>
                  </a:cubicBezTo>
                  <a:cubicBezTo>
                    <a:pt x="6141" y="17752"/>
                    <a:pt x="5533" y="20943"/>
                    <a:pt x="6110" y="2398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9"/>
            <p:cNvSpPr/>
            <p:nvPr/>
          </p:nvSpPr>
          <p:spPr>
            <a:xfrm flipH="1">
              <a:off x="7207985" y="1467233"/>
              <a:ext cx="270543" cy="1289473"/>
            </a:xfrm>
            <a:custGeom>
              <a:avLst/>
              <a:gdLst/>
              <a:ahLst/>
              <a:cxnLst/>
              <a:rect l="l" t="t" r="r" b="b"/>
              <a:pathLst>
                <a:path w="8603" h="41004" fill="none" extrusionOk="0">
                  <a:moveTo>
                    <a:pt x="8602" y="0"/>
                  </a:moveTo>
                  <a:cubicBezTo>
                    <a:pt x="6536" y="4620"/>
                    <a:pt x="1399" y="17660"/>
                    <a:pt x="639" y="22766"/>
                  </a:cubicBezTo>
                  <a:cubicBezTo>
                    <a:pt x="213" y="25441"/>
                    <a:pt x="183" y="28177"/>
                    <a:pt x="122" y="30882"/>
                  </a:cubicBezTo>
                  <a:lnTo>
                    <a:pt x="1" y="410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9"/>
            <p:cNvSpPr/>
            <p:nvPr/>
          </p:nvSpPr>
          <p:spPr>
            <a:xfrm flipH="1">
              <a:off x="7227099" y="2628560"/>
              <a:ext cx="484669" cy="403409"/>
            </a:xfrm>
            <a:custGeom>
              <a:avLst/>
              <a:gdLst/>
              <a:ahLst/>
              <a:cxnLst/>
              <a:rect l="l" t="t" r="r" b="b"/>
              <a:pathLst>
                <a:path w="15412" h="12828" extrusionOk="0">
                  <a:moveTo>
                    <a:pt x="1" y="1"/>
                  </a:moveTo>
                  <a:cubicBezTo>
                    <a:pt x="1" y="1"/>
                    <a:pt x="1065" y="12797"/>
                    <a:pt x="1065" y="12828"/>
                  </a:cubicBezTo>
                  <a:cubicBezTo>
                    <a:pt x="1065" y="12828"/>
                    <a:pt x="14500" y="12676"/>
                    <a:pt x="14530" y="12615"/>
                  </a:cubicBezTo>
                  <a:lnTo>
                    <a:pt x="1541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Times New Roma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500" fill="hold"/>
                                        <p:tgtEl>
                                          <p:spTgt spid="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500" fill="hold"/>
                                        <p:tgtEl>
                                          <p:spTgt spid="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500" fill="hold"/>
                                        <p:tgtEl>
                                          <p:spTgt spid="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500" fill="hold"/>
                                        <p:tgtEl>
                                          <p:spTgt spid="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500" fill="hold"/>
                                        <p:tgtEl>
                                          <p:spTgt spid="6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Times New Roma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" grpId="0"/>
      <p:bldP spid="677" grpId="1"/>
      <p:bldP spid="677" grpId="2"/>
      <p:bldP spid="67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0"/>
          <p:cNvSpPr/>
          <p:nvPr/>
        </p:nvSpPr>
        <p:spPr>
          <a:xfrm>
            <a:off x="5310675" y="1891125"/>
            <a:ext cx="2222100" cy="222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50"/>
          <p:cNvSpPr txBox="1">
            <a:spLocks noGrp="1"/>
          </p:cNvSpPr>
          <p:nvPr>
            <p:ph type="subTitle" idx="3"/>
          </p:nvPr>
        </p:nvSpPr>
        <p:spPr>
          <a:xfrm>
            <a:off x="378372" y="525518"/>
            <a:ext cx="4614042" cy="38152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SzPts val="1100"/>
            </a:pPr>
            <a:endParaRPr/>
          </a:p>
        </p:txBody>
      </p:sp>
      <p:grpSp>
        <p:nvGrpSpPr>
          <p:cNvPr id="725" name="Google Shape;725;p50"/>
          <p:cNvGrpSpPr/>
          <p:nvPr/>
        </p:nvGrpSpPr>
        <p:grpSpPr>
          <a:xfrm>
            <a:off x="4615851" y="2650329"/>
            <a:ext cx="3965724" cy="1995583"/>
            <a:chOff x="3166750" y="2814925"/>
            <a:chExt cx="2981075" cy="1500100"/>
          </a:xfrm>
        </p:grpSpPr>
        <p:sp>
          <p:nvSpPr>
            <p:cNvPr id="726" name="Google Shape;726;p50"/>
            <p:cNvSpPr/>
            <p:nvPr/>
          </p:nvSpPr>
          <p:spPr>
            <a:xfrm>
              <a:off x="5011750" y="3491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50"/>
            <p:cNvSpPr/>
            <p:nvPr/>
          </p:nvSpPr>
          <p:spPr>
            <a:xfrm>
              <a:off x="4269350" y="3970725"/>
              <a:ext cx="1878475" cy="341975"/>
            </a:xfrm>
            <a:custGeom>
              <a:avLst/>
              <a:gdLst/>
              <a:ahLst/>
              <a:cxnLst/>
              <a:rect l="l" t="t" r="r" b="b"/>
              <a:pathLst>
                <a:path w="75139" h="13679" extrusionOk="0">
                  <a:moveTo>
                    <a:pt x="6839" y="0"/>
                  </a:moveTo>
                  <a:cubicBezTo>
                    <a:pt x="4955" y="0"/>
                    <a:pt x="3253" y="760"/>
                    <a:pt x="2006" y="2006"/>
                  </a:cubicBezTo>
                  <a:cubicBezTo>
                    <a:pt x="760" y="3252"/>
                    <a:pt x="0" y="4955"/>
                    <a:pt x="0" y="6839"/>
                  </a:cubicBezTo>
                  <a:cubicBezTo>
                    <a:pt x="0" y="10638"/>
                    <a:pt x="3070" y="13678"/>
                    <a:pt x="6839" y="13678"/>
                  </a:cubicBezTo>
                  <a:lnTo>
                    <a:pt x="75138" y="13678"/>
                  </a:lnTo>
                  <a:lnTo>
                    <a:pt x="75138" y="12006"/>
                  </a:lnTo>
                  <a:cubicBezTo>
                    <a:pt x="73923" y="8572"/>
                    <a:pt x="73923" y="5137"/>
                    <a:pt x="75138" y="1702"/>
                  </a:cubicBezTo>
                  <a:lnTo>
                    <a:pt x="75138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50"/>
            <p:cNvSpPr/>
            <p:nvPr/>
          </p:nvSpPr>
          <p:spPr>
            <a:xfrm>
              <a:off x="5245800" y="3970725"/>
              <a:ext cx="902025" cy="341975"/>
            </a:xfrm>
            <a:custGeom>
              <a:avLst/>
              <a:gdLst/>
              <a:ahLst/>
              <a:cxnLst/>
              <a:rect l="l" t="t" r="r" b="b"/>
              <a:pathLst>
                <a:path w="36081" h="13679" extrusionOk="0">
                  <a:moveTo>
                    <a:pt x="3283" y="0"/>
                  </a:moveTo>
                  <a:cubicBezTo>
                    <a:pt x="2372" y="0"/>
                    <a:pt x="1551" y="760"/>
                    <a:pt x="943" y="2006"/>
                  </a:cubicBezTo>
                  <a:cubicBezTo>
                    <a:pt x="365" y="3252"/>
                    <a:pt x="1" y="4955"/>
                    <a:pt x="1" y="6839"/>
                  </a:cubicBezTo>
                  <a:cubicBezTo>
                    <a:pt x="1" y="10638"/>
                    <a:pt x="1460" y="13678"/>
                    <a:pt x="3283" y="13678"/>
                  </a:cubicBezTo>
                  <a:lnTo>
                    <a:pt x="36080" y="13678"/>
                  </a:lnTo>
                  <a:lnTo>
                    <a:pt x="36080" y="12006"/>
                  </a:lnTo>
                  <a:cubicBezTo>
                    <a:pt x="34865" y="8572"/>
                    <a:pt x="34865" y="5137"/>
                    <a:pt x="36080" y="1702"/>
                  </a:cubicBezTo>
                  <a:lnTo>
                    <a:pt x="3608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50"/>
            <p:cNvSpPr/>
            <p:nvPr/>
          </p:nvSpPr>
          <p:spPr>
            <a:xfrm>
              <a:off x="5355225" y="4023900"/>
              <a:ext cx="625425" cy="8400"/>
            </a:xfrm>
            <a:custGeom>
              <a:avLst/>
              <a:gdLst/>
              <a:ahLst/>
              <a:cxnLst/>
              <a:rect l="l" t="t" r="r" b="b"/>
              <a:pathLst>
                <a:path w="25017" h="336" extrusionOk="0">
                  <a:moveTo>
                    <a:pt x="669" y="1"/>
                  </a:moveTo>
                  <a:cubicBezTo>
                    <a:pt x="426" y="92"/>
                    <a:pt x="213" y="213"/>
                    <a:pt x="1" y="335"/>
                  </a:cubicBezTo>
                  <a:lnTo>
                    <a:pt x="24834" y="335"/>
                  </a:lnTo>
                  <a:cubicBezTo>
                    <a:pt x="24925" y="335"/>
                    <a:pt x="25016" y="244"/>
                    <a:pt x="25016" y="153"/>
                  </a:cubicBezTo>
                  <a:cubicBezTo>
                    <a:pt x="25016" y="62"/>
                    <a:pt x="24925" y="1"/>
                    <a:pt x="2483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50"/>
            <p:cNvSpPr/>
            <p:nvPr/>
          </p:nvSpPr>
          <p:spPr>
            <a:xfrm>
              <a:off x="3830125" y="3656125"/>
              <a:ext cx="200625" cy="624650"/>
            </a:xfrm>
            <a:custGeom>
              <a:avLst/>
              <a:gdLst/>
              <a:ahLst/>
              <a:cxnLst/>
              <a:rect l="l" t="t" r="r" b="b"/>
              <a:pathLst>
                <a:path w="8025" h="24986" extrusionOk="0">
                  <a:moveTo>
                    <a:pt x="4134" y="0"/>
                  </a:moveTo>
                  <a:lnTo>
                    <a:pt x="1915" y="13314"/>
                  </a:lnTo>
                  <a:lnTo>
                    <a:pt x="1156" y="17873"/>
                  </a:lnTo>
                  <a:lnTo>
                    <a:pt x="1064" y="18420"/>
                  </a:lnTo>
                  <a:lnTo>
                    <a:pt x="0" y="24803"/>
                  </a:lnTo>
                  <a:lnTo>
                    <a:pt x="7235" y="24985"/>
                  </a:lnTo>
                  <a:cubicBezTo>
                    <a:pt x="7235" y="24985"/>
                    <a:pt x="7447" y="21915"/>
                    <a:pt x="7630" y="18177"/>
                  </a:cubicBezTo>
                  <a:cubicBezTo>
                    <a:pt x="7660" y="17721"/>
                    <a:pt x="7660" y="17265"/>
                    <a:pt x="7691" y="16809"/>
                  </a:cubicBezTo>
                  <a:cubicBezTo>
                    <a:pt x="7751" y="15411"/>
                    <a:pt x="7843" y="13982"/>
                    <a:pt x="7873" y="12614"/>
                  </a:cubicBezTo>
                  <a:cubicBezTo>
                    <a:pt x="7995" y="9909"/>
                    <a:pt x="8025" y="7478"/>
                    <a:pt x="7964" y="6019"/>
                  </a:cubicBezTo>
                  <a:cubicBezTo>
                    <a:pt x="7782" y="1520"/>
                    <a:pt x="4134" y="0"/>
                    <a:pt x="413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50"/>
            <p:cNvSpPr/>
            <p:nvPr/>
          </p:nvSpPr>
          <p:spPr>
            <a:xfrm>
              <a:off x="3859000" y="3656125"/>
              <a:ext cx="183925" cy="446825"/>
            </a:xfrm>
            <a:custGeom>
              <a:avLst/>
              <a:gdLst/>
              <a:ahLst/>
              <a:cxnLst/>
              <a:rect l="l" t="t" r="r" b="b"/>
              <a:pathLst>
                <a:path w="7357" h="17873" extrusionOk="0">
                  <a:moveTo>
                    <a:pt x="2979" y="0"/>
                  </a:moveTo>
                  <a:lnTo>
                    <a:pt x="1" y="17873"/>
                  </a:lnTo>
                  <a:cubicBezTo>
                    <a:pt x="1642" y="17842"/>
                    <a:pt x="4894" y="17387"/>
                    <a:pt x="7144" y="16596"/>
                  </a:cubicBezTo>
                  <a:cubicBezTo>
                    <a:pt x="7356" y="12523"/>
                    <a:pt x="6900" y="8207"/>
                    <a:pt x="6809" y="6019"/>
                  </a:cubicBezTo>
                  <a:cubicBezTo>
                    <a:pt x="6627" y="1520"/>
                    <a:pt x="2979" y="0"/>
                    <a:pt x="297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50"/>
            <p:cNvSpPr/>
            <p:nvPr/>
          </p:nvSpPr>
          <p:spPr>
            <a:xfrm>
              <a:off x="3583150" y="3466150"/>
              <a:ext cx="307800" cy="340650"/>
            </a:xfrm>
            <a:custGeom>
              <a:avLst/>
              <a:gdLst/>
              <a:ahLst/>
              <a:cxnLst/>
              <a:rect l="l" t="t" r="r" b="b"/>
              <a:pathLst>
                <a:path w="12312" h="13626" extrusionOk="0">
                  <a:moveTo>
                    <a:pt x="4895" y="0"/>
                  </a:moveTo>
                  <a:cubicBezTo>
                    <a:pt x="4895" y="61"/>
                    <a:pt x="4803" y="335"/>
                    <a:pt x="4682" y="730"/>
                  </a:cubicBezTo>
                  <a:cubicBezTo>
                    <a:pt x="4560" y="1064"/>
                    <a:pt x="4439" y="1459"/>
                    <a:pt x="4287" y="1885"/>
                  </a:cubicBezTo>
                  <a:cubicBezTo>
                    <a:pt x="3740" y="3374"/>
                    <a:pt x="3071" y="5228"/>
                    <a:pt x="3071" y="5228"/>
                  </a:cubicBezTo>
                  <a:cubicBezTo>
                    <a:pt x="3071" y="5228"/>
                    <a:pt x="1673" y="5563"/>
                    <a:pt x="1" y="6231"/>
                  </a:cubicBezTo>
                  <a:cubicBezTo>
                    <a:pt x="1280" y="8284"/>
                    <a:pt x="4713" y="13625"/>
                    <a:pt x="6939" y="13625"/>
                  </a:cubicBezTo>
                  <a:cubicBezTo>
                    <a:pt x="6987" y="13625"/>
                    <a:pt x="7036" y="13623"/>
                    <a:pt x="7083" y="13618"/>
                  </a:cubicBezTo>
                  <a:cubicBezTo>
                    <a:pt x="9484" y="13314"/>
                    <a:pt x="12311" y="10335"/>
                    <a:pt x="12311" y="6809"/>
                  </a:cubicBezTo>
                  <a:cubicBezTo>
                    <a:pt x="11582" y="6535"/>
                    <a:pt x="10974" y="6414"/>
                    <a:pt x="10974" y="6414"/>
                  </a:cubicBezTo>
                  <a:lnTo>
                    <a:pt x="11217" y="5411"/>
                  </a:lnTo>
                  <a:lnTo>
                    <a:pt x="11977" y="2432"/>
                  </a:lnTo>
                  <a:lnTo>
                    <a:pt x="12007" y="2219"/>
                  </a:lnTo>
                  <a:lnTo>
                    <a:pt x="4895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50"/>
            <p:cNvSpPr/>
            <p:nvPr/>
          </p:nvSpPr>
          <p:spPr>
            <a:xfrm>
              <a:off x="3491225" y="2814925"/>
              <a:ext cx="323725" cy="323725"/>
            </a:xfrm>
            <a:custGeom>
              <a:avLst/>
              <a:gdLst/>
              <a:ahLst/>
              <a:cxnLst/>
              <a:rect l="l" t="t" r="r" b="b"/>
              <a:pathLst>
                <a:path w="12949" h="12949" extrusionOk="0">
                  <a:moveTo>
                    <a:pt x="6474" y="0"/>
                  </a:moveTo>
                  <a:cubicBezTo>
                    <a:pt x="4073" y="0"/>
                    <a:pt x="2006" y="1277"/>
                    <a:pt x="881" y="3222"/>
                  </a:cubicBezTo>
                  <a:cubicBezTo>
                    <a:pt x="304" y="4165"/>
                    <a:pt x="0" y="5289"/>
                    <a:pt x="0" y="6475"/>
                  </a:cubicBezTo>
                  <a:cubicBezTo>
                    <a:pt x="0" y="10031"/>
                    <a:pt x="2888" y="12949"/>
                    <a:pt x="6474" y="12949"/>
                  </a:cubicBezTo>
                  <a:cubicBezTo>
                    <a:pt x="10061" y="12949"/>
                    <a:pt x="12949" y="10031"/>
                    <a:pt x="12949" y="6475"/>
                  </a:cubicBezTo>
                  <a:cubicBezTo>
                    <a:pt x="12949" y="6414"/>
                    <a:pt x="12949" y="6353"/>
                    <a:pt x="12949" y="6323"/>
                  </a:cubicBezTo>
                  <a:cubicBezTo>
                    <a:pt x="12857" y="2797"/>
                    <a:pt x="10000" y="0"/>
                    <a:pt x="647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50"/>
            <p:cNvSpPr/>
            <p:nvPr/>
          </p:nvSpPr>
          <p:spPr>
            <a:xfrm>
              <a:off x="3623425" y="3003975"/>
              <a:ext cx="248525" cy="171150"/>
            </a:xfrm>
            <a:custGeom>
              <a:avLst/>
              <a:gdLst/>
              <a:ahLst/>
              <a:cxnLst/>
              <a:rect l="l" t="t" r="r" b="b"/>
              <a:pathLst>
                <a:path w="9941" h="6846" extrusionOk="0">
                  <a:moveTo>
                    <a:pt x="7356" y="0"/>
                  </a:moveTo>
                  <a:cubicBezTo>
                    <a:pt x="6151" y="0"/>
                    <a:pt x="4663" y="482"/>
                    <a:pt x="3162" y="2013"/>
                  </a:cubicBezTo>
                  <a:cubicBezTo>
                    <a:pt x="1" y="5204"/>
                    <a:pt x="1916" y="6846"/>
                    <a:pt x="1916" y="6846"/>
                  </a:cubicBezTo>
                  <a:lnTo>
                    <a:pt x="9940" y="980"/>
                  </a:lnTo>
                  <a:cubicBezTo>
                    <a:pt x="9640" y="568"/>
                    <a:pt x="8664" y="0"/>
                    <a:pt x="735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50"/>
            <p:cNvSpPr/>
            <p:nvPr/>
          </p:nvSpPr>
          <p:spPr>
            <a:xfrm>
              <a:off x="3993500" y="3346100"/>
              <a:ext cx="163400" cy="110175"/>
            </a:xfrm>
            <a:custGeom>
              <a:avLst/>
              <a:gdLst/>
              <a:ahLst/>
              <a:cxnLst/>
              <a:rect l="l" t="t" r="r" b="b"/>
              <a:pathLst>
                <a:path w="6536" h="4407" extrusionOk="0">
                  <a:moveTo>
                    <a:pt x="3777" y="1"/>
                  </a:moveTo>
                  <a:cubicBezTo>
                    <a:pt x="3452" y="1"/>
                    <a:pt x="3112" y="40"/>
                    <a:pt x="2767" y="121"/>
                  </a:cubicBezTo>
                  <a:cubicBezTo>
                    <a:pt x="1125" y="517"/>
                    <a:pt x="1" y="1763"/>
                    <a:pt x="274" y="2918"/>
                  </a:cubicBezTo>
                  <a:cubicBezTo>
                    <a:pt x="515" y="3834"/>
                    <a:pt x="1541" y="4406"/>
                    <a:pt x="2774" y="4406"/>
                  </a:cubicBezTo>
                  <a:cubicBezTo>
                    <a:pt x="3095" y="4406"/>
                    <a:pt x="3430" y="4367"/>
                    <a:pt x="3770" y="4286"/>
                  </a:cubicBezTo>
                  <a:cubicBezTo>
                    <a:pt x="5441" y="3890"/>
                    <a:pt x="6536" y="2614"/>
                    <a:pt x="6262" y="1489"/>
                  </a:cubicBezTo>
                  <a:cubicBezTo>
                    <a:pt x="6045" y="573"/>
                    <a:pt x="5025" y="1"/>
                    <a:pt x="377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50"/>
            <p:cNvSpPr/>
            <p:nvPr/>
          </p:nvSpPr>
          <p:spPr>
            <a:xfrm>
              <a:off x="3651550" y="3054150"/>
              <a:ext cx="449875" cy="566800"/>
            </a:xfrm>
            <a:custGeom>
              <a:avLst/>
              <a:gdLst/>
              <a:ahLst/>
              <a:cxnLst/>
              <a:rect l="l" t="t" r="r" b="b"/>
              <a:pathLst>
                <a:path w="17995" h="22672" extrusionOk="0">
                  <a:moveTo>
                    <a:pt x="9542" y="1"/>
                  </a:moveTo>
                  <a:cubicBezTo>
                    <a:pt x="4912" y="1"/>
                    <a:pt x="846" y="2260"/>
                    <a:pt x="365" y="10948"/>
                  </a:cubicBezTo>
                  <a:cubicBezTo>
                    <a:pt x="1" y="17210"/>
                    <a:pt x="4013" y="22316"/>
                    <a:pt x="9058" y="22651"/>
                  </a:cubicBezTo>
                  <a:cubicBezTo>
                    <a:pt x="9270" y="22665"/>
                    <a:pt x="9478" y="22672"/>
                    <a:pt x="9682" y="22672"/>
                  </a:cubicBezTo>
                  <a:cubicBezTo>
                    <a:pt x="14345" y="22672"/>
                    <a:pt x="17045" y="19014"/>
                    <a:pt x="17569" y="11617"/>
                  </a:cubicBezTo>
                  <a:cubicBezTo>
                    <a:pt x="17995" y="5356"/>
                    <a:pt x="15624" y="371"/>
                    <a:pt x="10578" y="36"/>
                  </a:cubicBezTo>
                  <a:cubicBezTo>
                    <a:pt x="10231" y="13"/>
                    <a:pt x="9885" y="1"/>
                    <a:pt x="954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0"/>
            <p:cNvSpPr/>
            <p:nvPr/>
          </p:nvSpPr>
          <p:spPr>
            <a:xfrm>
              <a:off x="3613550" y="3002550"/>
              <a:ext cx="519025" cy="366350"/>
            </a:xfrm>
            <a:custGeom>
              <a:avLst/>
              <a:gdLst/>
              <a:ahLst/>
              <a:cxnLst/>
              <a:rect l="l" t="t" r="r" b="b"/>
              <a:pathLst>
                <a:path w="20761" h="14654" extrusionOk="0">
                  <a:moveTo>
                    <a:pt x="10093" y="0"/>
                  </a:moveTo>
                  <a:cubicBezTo>
                    <a:pt x="7386" y="0"/>
                    <a:pt x="5090" y="1251"/>
                    <a:pt x="3466" y="3103"/>
                  </a:cubicBezTo>
                  <a:cubicBezTo>
                    <a:pt x="2554" y="4167"/>
                    <a:pt x="1855" y="5413"/>
                    <a:pt x="1429" y="6720"/>
                  </a:cubicBezTo>
                  <a:cubicBezTo>
                    <a:pt x="1" y="11128"/>
                    <a:pt x="1429" y="14654"/>
                    <a:pt x="1429" y="14654"/>
                  </a:cubicBezTo>
                  <a:cubicBezTo>
                    <a:pt x="7478" y="13377"/>
                    <a:pt x="9454" y="6113"/>
                    <a:pt x="9454" y="6113"/>
                  </a:cubicBezTo>
                  <a:cubicBezTo>
                    <a:pt x="12919" y="12252"/>
                    <a:pt x="19089" y="13681"/>
                    <a:pt x="19089" y="13681"/>
                  </a:cubicBezTo>
                  <a:cubicBezTo>
                    <a:pt x="19332" y="13012"/>
                    <a:pt x="19515" y="12344"/>
                    <a:pt x="19667" y="11675"/>
                  </a:cubicBezTo>
                  <a:cubicBezTo>
                    <a:pt x="20761" y="6356"/>
                    <a:pt x="17873" y="1948"/>
                    <a:pt x="12888" y="429"/>
                  </a:cubicBezTo>
                  <a:cubicBezTo>
                    <a:pt x="11918" y="135"/>
                    <a:pt x="10984" y="0"/>
                    <a:pt x="10093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50"/>
            <p:cNvSpPr/>
            <p:nvPr/>
          </p:nvSpPr>
          <p:spPr>
            <a:xfrm>
              <a:off x="3558850" y="3327700"/>
              <a:ext cx="164150" cy="112350"/>
            </a:xfrm>
            <a:custGeom>
              <a:avLst/>
              <a:gdLst/>
              <a:ahLst/>
              <a:cxnLst/>
              <a:rect l="l" t="t" r="r" b="b"/>
              <a:pathLst>
                <a:path w="6566" h="4494" extrusionOk="0">
                  <a:moveTo>
                    <a:pt x="2678" y="1"/>
                  </a:moveTo>
                  <a:cubicBezTo>
                    <a:pt x="1552" y="1"/>
                    <a:pt x="604" y="483"/>
                    <a:pt x="335" y="1313"/>
                  </a:cubicBezTo>
                  <a:cubicBezTo>
                    <a:pt x="0" y="2468"/>
                    <a:pt x="1003" y="3775"/>
                    <a:pt x="2645" y="4292"/>
                  </a:cubicBezTo>
                  <a:cubicBezTo>
                    <a:pt x="3071" y="4429"/>
                    <a:pt x="3497" y="4493"/>
                    <a:pt x="3899" y="4493"/>
                  </a:cubicBezTo>
                  <a:cubicBezTo>
                    <a:pt x="5018" y="4493"/>
                    <a:pt x="5955" y="3995"/>
                    <a:pt x="6201" y="3168"/>
                  </a:cubicBezTo>
                  <a:cubicBezTo>
                    <a:pt x="6566" y="2043"/>
                    <a:pt x="5532" y="705"/>
                    <a:pt x="3921" y="189"/>
                  </a:cubicBezTo>
                  <a:cubicBezTo>
                    <a:pt x="3500" y="61"/>
                    <a:pt x="3078" y="1"/>
                    <a:pt x="267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50"/>
            <p:cNvSpPr/>
            <p:nvPr/>
          </p:nvSpPr>
          <p:spPr>
            <a:xfrm>
              <a:off x="3305050" y="3596100"/>
              <a:ext cx="677075" cy="684675"/>
            </a:xfrm>
            <a:custGeom>
              <a:avLst/>
              <a:gdLst/>
              <a:ahLst/>
              <a:cxnLst/>
              <a:rect l="l" t="t" r="r" b="b"/>
              <a:pathLst>
                <a:path w="27083" h="27387" extrusionOk="0">
                  <a:moveTo>
                    <a:pt x="14195" y="0"/>
                  </a:moveTo>
                  <a:cubicBezTo>
                    <a:pt x="14195" y="0"/>
                    <a:pt x="12827" y="365"/>
                    <a:pt x="11125" y="1033"/>
                  </a:cubicBezTo>
                  <a:cubicBezTo>
                    <a:pt x="9727" y="1581"/>
                    <a:pt x="8116" y="2371"/>
                    <a:pt x="6930" y="3313"/>
                  </a:cubicBezTo>
                  <a:cubicBezTo>
                    <a:pt x="6535" y="3647"/>
                    <a:pt x="6170" y="4012"/>
                    <a:pt x="5897" y="4377"/>
                  </a:cubicBezTo>
                  <a:cubicBezTo>
                    <a:pt x="3496" y="7629"/>
                    <a:pt x="0" y="25471"/>
                    <a:pt x="0" y="25471"/>
                  </a:cubicBezTo>
                  <a:lnTo>
                    <a:pt x="21490" y="27386"/>
                  </a:lnTo>
                  <a:cubicBezTo>
                    <a:pt x="21490" y="27386"/>
                    <a:pt x="21915" y="23739"/>
                    <a:pt x="22766" y="20821"/>
                  </a:cubicBezTo>
                  <a:cubicBezTo>
                    <a:pt x="24529" y="14803"/>
                    <a:pt x="27083" y="5350"/>
                    <a:pt x="26505" y="3830"/>
                  </a:cubicBezTo>
                  <a:cubicBezTo>
                    <a:pt x="26080" y="2736"/>
                    <a:pt x="24560" y="2006"/>
                    <a:pt x="23435" y="1611"/>
                  </a:cubicBezTo>
                  <a:cubicBezTo>
                    <a:pt x="22675" y="1337"/>
                    <a:pt x="22098" y="1216"/>
                    <a:pt x="22098" y="1216"/>
                  </a:cubicBezTo>
                  <a:lnTo>
                    <a:pt x="22098" y="1216"/>
                  </a:lnTo>
                  <a:cubicBezTo>
                    <a:pt x="22311" y="4164"/>
                    <a:pt x="20152" y="6900"/>
                    <a:pt x="19241" y="7021"/>
                  </a:cubicBezTo>
                  <a:cubicBezTo>
                    <a:pt x="19233" y="7022"/>
                    <a:pt x="19225" y="7023"/>
                    <a:pt x="19218" y="7023"/>
                  </a:cubicBezTo>
                  <a:cubicBezTo>
                    <a:pt x="18289" y="7023"/>
                    <a:pt x="14195" y="0"/>
                    <a:pt x="1419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50"/>
            <p:cNvSpPr/>
            <p:nvPr/>
          </p:nvSpPr>
          <p:spPr>
            <a:xfrm>
              <a:off x="3166750" y="3659150"/>
              <a:ext cx="722675" cy="655875"/>
            </a:xfrm>
            <a:custGeom>
              <a:avLst/>
              <a:gdLst/>
              <a:ahLst/>
              <a:cxnLst/>
              <a:rect l="l" t="t" r="r" b="b"/>
              <a:pathLst>
                <a:path w="28907" h="26235" extrusionOk="0">
                  <a:moveTo>
                    <a:pt x="13617" y="1"/>
                  </a:moveTo>
                  <a:cubicBezTo>
                    <a:pt x="13617" y="1"/>
                    <a:pt x="8876" y="2432"/>
                    <a:pt x="6626" y="7174"/>
                  </a:cubicBezTo>
                  <a:cubicBezTo>
                    <a:pt x="6170" y="8116"/>
                    <a:pt x="5562" y="9302"/>
                    <a:pt x="4894" y="10609"/>
                  </a:cubicBezTo>
                  <a:cubicBezTo>
                    <a:pt x="4164" y="12129"/>
                    <a:pt x="3344" y="13770"/>
                    <a:pt x="2614" y="15411"/>
                  </a:cubicBezTo>
                  <a:cubicBezTo>
                    <a:pt x="2401" y="15928"/>
                    <a:pt x="2158" y="16445"/>
                    <a:pt x="1976" y="16931"/>
                  </a:cubicBezTo>
                  <a:cubicBezTo>
                    <a:pt x="638" y="20244"/>
                    <a:pt x="0" y="23101"/>
                    <a:pt x="1581" y="23831"/>
                  </a:cubicBezTo>
                  <a:cubicBezTo>
                    <a:pt x="2961" y="24456"/>
                    <a:pt x="6034" y="24635"/>
                    <a:pt x="9094" y="24635"/>
                  </a:cubicBezTo>
                  <a:cubicBezTo>
                    <a:pt x="13175" y="24635"/>
                    <a:pt x="17234" y="24317"/>
                    <a:pt x="17234" y="24317"/>
                  </a:cubicBezTo>
                  <a:cubicBezTo>
                    <a:pt x="17234" y="24317"/>
                    <a:pt x="17590" y="24392"/>
                    <a:pt x="18117" y="24392"/>
                  </a:cubicBezTo>
                  <a:cubicBezTo>
                    <a:pt x="18754" y="24392"/>
                    <a:pt x="19641" y="24283"/>
                    <a:pt x="20456" y="23801"/>
                  </a:cubicBezTo>
                  <a:cubicBezTo>
                    <a:pt x="20456" y="23801"/>
                    <a:pt x="21981" y="26235"/>
                    <a:pt x="22822" y="26235"/>
                  </a:cubicBezTo>
                  <a:cubicBezTo>
                    <a:pt x="22878" y="26235"/>
                    <a:pt x="22930" y="26224"/>
                    <a:pt x="22979" y="26202"/>
                  </a:cubicBezTo>
                  <a:cubicBezTo>
                    <a:pt x="23466" y="25959"/>
                    <a:pt x="23314" y="25472"/>
                    <a:pt x="23283" y="25412"/>
                  </a:cubicBezTo>
                  <a:lnTo>
                    <a:pt x="23283" y="25412"/>
                  </a:lnTo>
                  <a:cubicBezTo>
                    <a:pt x="23283" y="25412"/>
                    <a:pt x="23314" y="25442"/>
                    <a:pt x="23344" y="25472"/>
                  </a:cubicBezTo>
                  <a:cubicBezTo>
                    <a:pt x="23405" y="25503"/>
                    <a:pt x="23496" y="25594"/>
                    <a:pt x="23587" y="25655"/>
                  </a:cubicBezTo>
                  <a:cubicBezTo>
                    <a:pt x="23734" y="25728"/>
                    <a:pt x="23902" y="25801"/>
                    <a:pt x="24080" y="25801"/>
                  </a:cubicBezTo>
                  <a:cubicBezTo>
                    <a:pt x="24197" y="25801"/>
                    <a:pt x="24318" y="25770"/>
                    <a:pt x="24438" y="25685"/>
                  </a:cubicBezTo>
                  <a:cubicBezTo>
                    <a:pt x="25046" y="25290"/>
                    <a:pt x="23952" y="22068"/>
                    <a:pt x="23861" y="21825"/>
                  </a:cubicBezTo>
                  <a:lnTo>
                    <a:pt x="23861" y="21825"/>
                  </a:lnTo>
                  <a:cubicBezTo>
                    <a:pt x="23977" y="22057"/>
                    <a:pt x="25389" y="25131"/>
                    <a:pt x="26154" y="25131"/>
                  </a:cubicBezTo>
                  <a:cubicBezTo>
                    <a:pt x="26191" y="25131"/>
                    <a:pt x="26228" y="25123"/>
                    <a:pt x="26262" y="25108"/>
                  </a:cubicBezTo>
                  <a:cubicBezTo>
                    <a:pt x="27174" y="24712"/>
                    <a:pt x="25836" y="21308"/>
                    <a:pt x="25715" y="20974"/>
                  </a:cubicBezTo>
                  <a:lnTo>
                    <a:pt x="25715" y="20974"/>
                  </a:lnTo>
                  <a:cubicBezTo>
                    <a:pt x="25861" y="21265"/>
                    <a:pt x="27152" y="23876"/>
                    <a:pt x="27821" y="23876"/>
                  </a:cubicBezTo>
                  <a:cubicBezTo>
                    <a:pt x="27849" y="23876"/>
                    <a:pt x="27877" y="23871"/>
                    <a:pt x="27903" y="23861"/>
                  </a:cubicBezTo>
                  <a:cubicBezTo>
                    <a:pt x="28906" y="23466"/>
                    <a:pt x="27265" y="16962"/>
                    <a:pt x="24469" y="16962"/>
                  </a:cubicBezTo>
                  <a:cubicBezTo>
                    <a:pt x="21520" y="16962"/>
                    <a:pt x="17660" y="19302"/>
                    <a:pt x="17660" y="19302"/>
                  </a:cubicBezTo>
                  <a:lnTo>
                    <a:pt x="10213" y="18481"/>
                  </a:lnTo>
                  <a:cubicBezTo>
                    <a:pt x="10213" y="18481"/>
                    <a:pt x="10304" y="18360"/>
                    <a:pt x="10426" y="18117"/>
                  </a:cubicBezTo>
                  <a:cubicBezTo>
                    <a:pt x="10456" y="18025"/>
                    <a:pt x="10517" y="17904"/>
                    <a:pt x="10608" y="17752"/>
                  </a:cubicBezTo>
                  <a:cubicBezTo>
                    <a:pt x="11003" y="16962"/>
                    <a:pt x="11702" y="15563"/>
                    <a:pt x="12401" y="14165"/>
                  </a:cubicBezTo>
                  <a:cubicBezTo>
                    <a:pt x="13344" y="12311"/>
                    <a:pt x="14256" y="10457"/>
                    <a:pt x="14468" y="9971"/>
                  </a:cubicBezTo>
                  <a:cubicBezTo>
                    <a:pt x="14985" y="8846"/>
                    <a:pt x="18450" y="609"/>
                    <a:pt x="1361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50"/>
            <p:cNvSpPr/>
            <p:nvPr/>
          </p:nvSpPr>
          <p:spPr>
            <a:xfrm>
              <a:off x="3717650" y="4222675"/>
              <a:ext cx="38800" cy="77850"/>
            </a:xfrm>
            <a:custGeom>
              <a:avLst/>
              <a:gdLst/>
              <a:ahLst/>
              <a:cxnLst/>
              <a:rect l="l" t="t" r="r" b="b"/>
              <a:pathLst>
                <a:path w="1552" h="3114" extrusionOk="0">
                  <a:moveTo>
                    <a:pt x="36" y="1"/>
                  </a:moveTo>
                  <a:cubicBezTo>
                    <a:pt x="16" y="1"/>
                    <a:pt x="1" y="22"/>
                    <a:pt x="1" y="44"/>
                  </a:cubicBezTo>
                  <a:cubicBezTo>
                    <a:pt x="305" y="682"/>
                    <a:pt x="670" y="1260"/>
                    <a:pt x="943" y="1898"/>
                  </a:cubicBezTo>
                  <a:cubicBezTo>
                    <a:pt x="1065" y="2232"/>
                    <a:pt x="1186" y="2567"/>
                    <a:pt x="1308" y="2931"/>
                  </a:cubicBezTo>
                  <a:cubicBezTo>
                    <a:pt x="1338" y="2962"/>
                    <a:pt x="1430" y="3053"/>
                    <a:pt x="1551" y="3114"/>
                  </a:cubicBezTo>
                  <a:cubicBezTo>
                    <a:pt x="1308" y="1989"/>
                    <a:pt x="791" y="804"/>
                    <a:pt x="62" y="13"/>
                  </a:cubicBezTo>
                  <a:cubicBezTo>
                    <a:pt x="53" y="4"/>
                    <a:pt x="44" y="1"/>
                    <a:pt x="3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50"/>
            <p:cNvSpPr/>
            <p:nvPr/>
          </p:nvSpPr>
          <p:spPr>
            <a:xfrm>
              <a:off x="3211575" y="3659150"/>
              <a:ext cx="416450" cy="444675"/>
            </a:xfrm>
            <a:custGeom>
              <a:avLst/>
              <a:gdLst/>
              <a:ahLst/>
              <a:cxnLst/>
              <a:rect l="l" t="t" r="r" b="b"/>
              <a:pathLst>
                <a:path w="16658" h="17787" extrusionOk="0">
                  <a:moveTo>
                    <a:pt x="11824" y="1"/>
                  </a:moveTo>
                  <a:cubicBezTo>
                    <a:pt x="11824" y="1"/>
                    <a:pt x="7508" y="2129"/>
                    <a:pt x="4560" y="7174"/>
                  </a:cubicBezTo>
                  <a:cubicBezTo>
                    <a:pt x="3405" y="9150"/>
                    <a:pt x="1611" y="12098"/>
                    <a:pt x="0" y="15290"/>
                  </a:cubicBezTo>
                  <a:cubicBezTo>
                    <a:pt x="1561" y="16438"/>
                    <a:pt x="5946" y="17786"/>
                    <a:pt x="9618" y="17786"/>
                  </a:cubicBezTo>
                  <a:cubicBezTo>
                    <a:pt x="9736" y="17786"/>
                    <a:pt x="9854" y="17785"/>
                    <a:pt x="9970" y="17782"/>
                  </a:cubicBezTo>
                  <a:cubicBezTo>
                    <a:pt x="10943" y="15867"/>
                    <a:pt x="12159" y="12585"/>
                    <a:pt x="12979" y="10183"/>
                  </a:cubicBezTo>
                  <a:cubicBezTo>
                    <a:pt x="13587" y="8481"/>
                    <a:pt x="16657" y="609"/>
                    <a:pt x="1182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0"/>
            <p:cNvSpPr/>
            <p:nvPr/>
          </p:nvSpPr>
          <p:spPr>
            <a:xfrm>
              <a:off x="3984375" y="3745775"/>
              <a:ext cx="1079850" cy="516000"/>
            </a:xfrm>
            <a:custGeom>
              <a:avLst/>
              <a:gdLst/>
              <a:ahLst/>
              <a:cxnLst/>
              <a:rect l="l" t="t" r="r" b="b"/>
              <a:pathLst>
                <a:path w="43194" h="20640" extrusionOk="0">
                  <a:moveTo>
                    <a:pt x="7691" y="1"/>
                  </a:moveTo>
                  <a:cubicBezTo>
                    <a:pt x="7083" y="1"/>
                    <a:pt x="6536" y="396"/>
                    <a:pt x="6354" y="974"/>
                  </a:cubicBezTo>
                  <a:lnTo>
                    <a:pt x="1" y="19606"/>
                  </a:lnTo>
                  <a:lnTo>
                    <a:pt x="730" y="20640"/>
                  </a:lnTo>
                  <a:lnTo>
                    <a:pt x="35594" y="20640"/>
                  </a:lnTo>
                  <a:lnTo>
                    <a:pt x="43041" y="1612"/>
                  </a:lnTo>
                  <a:cubicBezTo>
                    <a:pt x="43193" y="1247"/>
                    <a:pt x="43132" y="852"/>
                    <a:pt x="42889" y="548"/>
                  </a:cubicBezTo>
                  <a:cubicBezTo>
                    <a:pt x="42616" y="214"/>
                    <a:pt x="42190" y="1"/>
                    <a:pt x="4173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50"/>
            <p:cNvSpPr/>
            <p:nvPr/>
          </p:nvSpPr>
          <p:spPr>
            <a:xfrm>
              <a:off x="4002625" y="3771625"/>
              <a:ext cx="1059300" cy="490150"/>
            </a:xfrm>
            <a:custGeom>
              <a:avLst/>
              <a:gdLst/>
              <a:ahLst/>
              <a:cxnLst/>
              <a:rect l="l" t="t" r="r" b="b"/>
              <a:pathLst>
                <a:path w="42372" h="19606" extrusionOk="0">
                  <a:moveTo>
                    <a:pt x="8359" y="0"/>
                  </a:moveTo>
                  <a:cubicBezTo>
                    <a:pt x="7417" y="0"/>
                    <a:pt x="6535" y="608"/>
                    <a:pt x="6231" y="1520"/>
                  </a:cubicBezTo>
                  <a:lnTo>
                    <a:pt x="0" y="19606"/>
                  </a:lnTo>
                  <a:lnTo>
                    <a:pt x="34439" y="19606"/>
                  </a:lnTo>
                  <a:cubicBezTo>
                    <a:pt x="34682" y="19606"/>
                    <a:pt x="34925" y="19454"/>
                    <a:pt x="35016" y="19210"/>
                  </a:cubicBezTo>
                  <a:lnTo>
                    <a:pt x="42220" y="851"/>
                  </a:lnTo>
                  <a:cubicBezTo>
                    <a:pt x="42372" y="456"/>
                    <a:pt x="42068" y="0"/>
                    <a:pt x="4164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50"/>
            <p:cNvSpPr/>
            <p:nvPr/>
          </p:nvSpPr>
          <p:spPr>
            <a:xfrm>
              <a:off x="3527700" y="4254900"/>
              <a:ext cx="1288800" cy="60075"/>
            </a:xfrm>
            <a:custGeom>
              <a:avLst/>
              <a:gdLst/>
              <a:ahLst/>
              <a:cxnLst/>
              <a:rect l="l" t="t" r="r" b="b"/>
              <a:pathLst>
                <a:path w="51552" h="2403" extrusionOk="0">
                  <a:moveTo>
                    <a:pt x="821" y="1"/>
                  </a:moveTo>
                  <a:cubicBezTo>
                    <a:pt x="365" y="1"/>
                    <a:pt x="0" y="366"/>
                    <a:pt x="0" y="852"/>
                  </a:cubicBezTo>
                  <a:lnTo>
                    <a:pt x="0" y="1551"/>
                  </a:lnTo>
                  <a:cubicBezTo>
                    <a:pt x="0" y="2007"/>
                    <a:pt x="365" y="2402"/>
                    <a:pt x="821" y="2402"/>
                  </a:cubicBezTo>
                  <a:lnTo>
                    <a:pt x="50700" y="2402"/>
                  </a:lnTo>
                  <a:cubicBezTo>
                    <a:pt x="51186" y="2402"/>
                    <a:pt x="51551" y="2007"/>
                    <a:pt x="51551" y="1551"/>
                  </a:cubicBezTo>
                  <a:lnTo>
                    <a:pt x="51551" y="852"/>
                  </a:lnTo>
                  <a:cubicBezTo>
                    <a:pt x="51551" y="366"/>
                    <a:pt x="51186" y="1"/>
                    <a:pt x="5070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50"/>
            <p:cNvSpPr/>
            <p:nvPr/>
          </p:nvSpPr>
          <p:spPr>
            <a:xfrm>
              <a:off x="3527700" y="4254900"/>
              <a:ext cx="442275" cy="60075"/>
            </a:xfrm>
            <a:custGeom>
              <a:avLst/>
              <a:gdLst/>
              <a:ahLst/>
              <a:cxnLst/>
              <a:rect l="l" t="t" r="r" b="b"/>
              <a:pathLst>
                <a:path w="17691" h="2403" extrusionOk="0">
                  <a:moveTo>
                    <a:pt x="821" y="1"/>
                  </a:moveTo>
                  <a:cubicBezTo>
                    <a:pt x="365" y="1"/>
                    <a:pt x="0" y="366"/>
                    <a:pt x="0" y="852"/>
                  </a:cubicBezTo>
                  <a:lnTo>
                    <a:pt x="0" y="1551"/>
                  </a:lnTo>
                  <a:cubicBezTo>
                    <a:pt x="0" y="2007"/>
                    <a:pt x="365" y="2402"/>
                    <a:pt x="821" y="2402"/>
                  </a:cubicBezTo>
                  <a:lnTo>
                    <a:pt x="16839" y="2402"/>
                  </a:lnTo>
                  <a:cubicBezTo>
                    <a:pt x="17295" y="2402"/>
                    <a:pt x="17690" y="2007"/>
                    <a:pt x="17690" y="1551"/>
                  </a:cubicBezTo>
                  <a:lnTo>
                    <a:pt x="17690" y="852"/>
                  </a:lnTo>
                  <a:cubicBezTo>
                    <a:pt x="17690" y="366"/>
                    <a:pt x="17295" y="1"/>
                    <a:pt x="1683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50"/>
            <p:cNvSpPr/>
            <p:nvPr/>
          </p:nvSpPr>
          <p:spPr>
            <a:xfrm>
              <a:off x="3563400" y="4280750"/>
              <a:ext cx="52450" cy="12950"/>
            </a:xfrm>
            <a:custGeom>
              <a:avLst/>
              <a:gdLst/>
              <a:ahLst/>
              <a:cxnLst/>
              <a:rect l="l" t="t" r="r" b="b"/>
              <a:pathLst>
                <a:path w="2098" h="518" extrusionOk="0">
                  <a:moveTo>
                    <a:pt x="1" y="0"/>
                  </a:moveTo>
                  <a:lnTo>
                    <a:pt x="1" y="517"/>
                  </a:lnTo>
                  <a:lnTo>
                    <a:pt x="2098" y="517"/>
                  </a:lnTo>
                  <a:lnTo>
                    <a:pt x="209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50"/>
            <p:cNvSpPr/>
            <p:nvPr/>
          </p:nvSpPr>
          <p:spPr>
            <a:xfrm>
              <a:off x="3627225" y="4280750"/>
              <a:ext cx="52475" cy="12950"/>
            </a:xfrm>
            <a:custGeom>
              <a:avLst/>
              <a:gdLst/>
              <a:ahLst/>
              <a:cxnLst/>
              <a:rect l="l" t="t" r="r" b="b"/>
              <a:pathLst>
                <a:path w="2099" h="518" extrusionOk="0">
                  <a:moveTo>
                    <a:pt x="1" y="0"/>
                  </a:moveTo>
                  <a:lnTo>
                    <a:pt x="1" y="517"/>
                  </a:lnTo>
                  <a:lnTo>
                    <a:pt x="2098" y="517"/>
                  </a:lnTo>
                  <a:lnTo>
                    <a:pt x="209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50"/>
            <p:cNvSpPr/>
            <p:nvPr/>
          </p:nvSpPr>
          <p:spPr>
            <a:xfrm>
              <a:off x="3790600" y="4280750"/>
              <a:ext cx="51700" cy="12950"/>
            </a:xfrm>
            <a:custGeom>
              <a:avLst/>
              <a:gdLst/>
              <a:ahLst/>
              <a:cxnLst/>
              <a:rect l="l" t="t" r="r" b="b"/>
              <a:pathLst>
                <a:path w="2068" h="518" extrusionOk="0">
                  <a:moveTo>
                    <a:pt x="1" y="0"/>
                  </a:moveTo>
                  <a:lnTo>
                    <a:pt x="1" y="517"/>
                  </a:lnTo>
                  <a:lnTo>
                    <a:pt x="2068" y="517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50"/>
            <p:cNvSpPr/>
            <p:nvPr/>
          </p:nvSpPr>
          <p:spPr>
            <a:xfrm>
              <a:off x="3859000" y="4280750"/>
              <a:ext cx="52450" cy="12950"/>
            </a:xfrm>
            <a:custGeom>
              <a:avLst/>
              <a:gdLst/>
              <a:ahLst/>
              <a:cxnLst/>
              <a:rect l="l" t="t" r="r" b="b"/>
              <a:pathLst>
                <a:path w="2098" h="518" extrusionOk="0">
                  <a:moveTo>
                    <a:pt x="274" y="0"/>
                  </a:moveTo>
                  <a:cubicBezTo>
                    <a:pt x="122" y="0"/>
                    <a:pt x="1" y="92"/>
                    <a:pt x="1" y="244"/>
                  </a:cubicBezTo>
                  <a:cubicBezTo>
                    <a:pt x="1" y="396"/>
                    <a:pt x="122" y="517"/>
                    <a:pt x="274" y="517"/>
                  </a:cubicBezTo>
                  <a:lnTo>
                    <a:pt x="1824" y="517"/>
                  </a:lnTo>
                  <a:cubicBezTo>
                    <a:pt x="1976" y="517"/>
                    <a:pt x="2098" y="396"/>
                    <a:pt x="2098" y="244"/>
                  </a:cubicBezTo>
                  <a:cubicBezTo>
                    <a:pt x="2098" y="92"/>
                    <a:pt x="1976" y="0"/>
                    <a:pt x="182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50"/>
            <p:cNvSpPr/>
            <p:nvPr/>
          </p:nvSpPr>
          <p:spPr>
            <a:xfrm>
              <a:off x="3748825" y="4280750"/>
              <a:ext cx="15975" cy="15225"/>
            </a:xfrm>
            <a:custGeom>
              <a:avLst/>
              <a:gdLst/>
              <a:ahLst/>
              <a:cxnLst/>
              <a:rect l="l" t="t" r="r" b="b"/>
              <a:pathLst>
                <a:path w="639" h="609" extrusionOk="0">
                  <a:moveTo>
                    <a:pt x="304" y="0"/>
                  </a:moveTo>
                  <a:cubicBezTo>
                    <a:pt x="122" y="0"/>
                    <a:pt x="0" y="122"/>
                    <a:pt x="0" y="304"/>
                  </a:cubicBezTo>
                  <a:cubicBezTo>
                    <a:pt x="0" y="487"/>
                    <a:pt x="122" y="608"/>
                    <a:pt x="304" y="608"/>
                  </a:cubicBezTo>
                  <a:cubicBezTo>
                    <a:pt x="486" y="608"/>
                    <a:pt x="638" y="487"/>
                    <a:pt x="638" y="304"/>
                  </a:cubicBezTo>
                  <a:cubicBezTo>
                    <a:pt x="638" y="122"/>
                    <a:pt x="486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50"/>
            <p:cNvSpPr/>
            <p:nvPr/>
          </p:nvSpPr>
          <p:spPr>
            <a:xfrm>
              <a:off x="5341550" y="4242000"/>
              <a:ext cx="340450" cy="8375"/>
            </a:xfrm>
            <a:custGeom>
              <a:avLst/>
              <a:gdLst/>
              <a:ahLst/>
              <a:cxnLst/>
              <a:rect l="l" t="t" r="r" b="b"/>
              <a:pathLst>
                <a:path w="13618" h="335" extrusionOk="0">
                  <a:moveTo>
                    <a:pt x="1" y="0"/>
                  </a:moveTo>
                  <a:cubicBezTo>
                    <a:pt x="153" y="122"/>
                    <a:pt x="305" y="243"/>
                    <a:pt x="456" y="335"/>
                  </a:cubicBezTo>
                  <a:lnTo>
                    <a:pt x="13435" y="335"/>
                  </a:lnTo>
                  <a:cubicBezTo>
                    <a:pt x="13527" y="335"/>
                    <a:pt x="13618" y="243"/>
                    <a:pt x="13618" y="152"/>
                  </a:cubicBezTo>
                  <a:cubicBezTo>
                    <a:pt x="13618" y="61"/>
                    <a:pt x="13527" y="0"/>
                    <a:pt x="1343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50"/>
            <p:cNvSpPr/>
            <p:nvPr/>
          </p:nvSpPr>
          <p:spPr>
            <a:xfrm>
              <a:off x="5294450" y="4013275"/>
              <a:ext cx="853375" cy="257625"/>
            </a:xfrm>
            <a:custGeom>
              <a:avLst/>
              <a:gdLst/>
              <a:ahLst/>
              <a:cxnLst/>
              <a:rect l="l" t="t" r="r" b="b"/>
              <a:pathLst>
                <a:path w="34135" h="10305" extrusionOk="0">
                  <a:moveTo>
                    <a:pt x="5167" y="0"/>
                  </a:moveTo>
                  <a:cubicBezTo>
                    <a:pt x="4438" y="0"/>
                    <a:pt x="3739" y="152"/>
                    <a:pt x="3100" y="426"/>
                  </a:cubicBezTo>
                  <a:cubicBezTo>
                    <a:pt x="2888" y="517"/>
                    <a:pt x="2644" y="638"/>
                    <a:pt x="2462" y="760"/>
                  </a:cubicBezTo>
                  <a:cubicBezTo>
                    <a:pt x="2189" y="912"/>
                    <a:pt x="1976" y="1064"/>
                    <a:pt x="1763" y="1277"/>
                  </a:cubicBezTo>
                  <a:cubicBezTo>
                    <a:pt x="1672" y="1338"/>
                    <a:pt x="1581" y="1429"/>
                    <a:pt x="1520" y="1490"/>
                  </a:cubicBezTo>
                  <a:cubicBezTo>
                    <a:pt x="1459" y="1550"/>
                    <a:pt x="1429" y="1581"/>
                    <a:pt x="1398" y="1611"/>
                  </a:cubicBezTo>
                  <a:cubicBezTo>
                    <a:pt x="1003" y="2037"/>
                    <a:pt x="699" y="2493"/>
                    <a:pt x="456" y="3009"/>
                  </a:cubicBezTo>
                  <a:cubicBezTo>
                    <a:pt x="395" y="3131"/>
                    <a:pt x="365" y="3253"/>
                    <a:pt x="304" y="3344"/>
                  </a:cubicBezTo>
                  <a:cubicBezTo>
                    <a:pt x="274" y="3465"/>
                    <a:pt x="213" y="3587"/>
                    <a:pt x="182" y="3739"/>
                  </a:cubicBezTo>
                  <a:cubicBezTo>
                    <a:pt x="152" y="3830"/>
                    <a:pt x="122" y="3952"/>
                    <a:pt x="91" y="4073"/>
                  </a:cubicBezTo>
                  <a:cubicBezTo>
                    <a:pt x="61" y="4195"/>
                    <a:pt x="30" y="4347"/>
                    <a:pt x="30" y="4468"/>
                  </a:cubicBezTo>
                  <a:cubicBezTo>
                    <a:pt x="0" y="4590"/>
                    <a:pt x="0" y="4711"/>
                    <a:pt x="0" y="4833"/>
                  </a:cubicBezTo>
                  <a:cubicBezTo>
                    <a:pt x="0" y="4924"/>
                    <a:pt x="0" y="5046"/>
                    <a:pt x="0" y="5137"/>
                  </a:cubicBezTo>
                  <a:cubicBezTo>
                    <a:pt x="0" y="5593"/>
                    <a:pt x="30" y="6049"/>
                    <a:pt x="152" y="6444"/>
                  </a:cubicBezTo>
                  <a:lnTo>
                    <a:pt x="274" y="6809"/>
                  </a:lnTo>
                  <a:cubicBezTo>
                    <a:pt x="456" y="7356"/>
                    <a:pt x="730" y="7873"/>
                    <a:pt x="1094" y="8329"/>
                  </a:cubicBezTo>
                  <a:cubicBezTo>
                    <a:pt x="1185" y="8450"/>
                    <a:pt x="1277" y="8572"/>
                    <a:pt x="1368" y="8663"/>
                  </a:cubicBezTo>
                  <a:cubicBezTo>
                    <a:pt x="1550" y="8845"/>
                    <a:pt x="1702" y="8997"/>
                    <a:pt x="1885" y="9149"/>
                  </a:cubicBezTo>
                  <a:cubicBezTo>
                    <a:pt x="2037" y="9271"/>
                    <a:pt x="2189" y="9392"/>
                    <a:pt x="2340" y="9484"/>
                  </a:cubicBezTo>
                  <a:cubicBezTo>
                    <a:pt x="2462" y="9544"/>
                    <a:pt x="2553" y="9605"/>
                    <a:pt x="2675" y="9666"/>
                  </a:cubicBezTo>
                  <a:cubicBezTo>
                    <a:pt x="2918" y="9818"/>
                    <a:pt x="3192" y="9940"/>
                    <a:pt x="3465" y="10031"/>
                  </a:cubicBezTo>
                  <a:cubicBezTo>
                    <a:pt x="3982" y="10213"/>
                    <a:pt x="4559" y="10304"/>
                    <a:pt x="5137" y="10304"/>
                  </a:cubicBezTo>
                  <a:lnTo>
                    <a:pt x="34134" y="10304"/>
                  </a:lnTo>
                  <a:cubicBezTo>
                    <a:pt x="32919" y="6870"/>
                    <a:pt x="32919" y="3435"/>
                    <a:pt x="3413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4" name="Google Shape;754;p50"/>
          <p:cNvGrpSpPr/>
          <p:nvPr/>
        </p:nvGrpSpPr>
        <p:grpSpPr>
          <a:xfrm flipH="1">
            <a:off x="7593625" y="2109154"/>
            <a:ext cx="1223892" cy="3034347"/>
            <a:chOff x="2330682" y="1468700"/>
            <a:chExt cx="824447" cy="2044019"/>
          </a:xfrm>
        </p:grpSpPr>
        <p:sp>
          <p:nvSpPr>
            <p:cNvPr id="755" name="Google Shape;755;p50"/>
            <p:cNvSpPr/>
            <p:nvPr/>
          </p:nvSpPr>
          <p:spPr>
            <a:xfrm>
              <a:off x="2519514" y="2137089"/>
              <a:ext cx="635615" cy="611378"/>
            </a:xfrm>
            <a:custGeom>
              <a:avLst/>
              <a:gdLst/>
              <a:ahLst/>
              <a:cxnLst/>
              <a:rect l="l" t="t" r="r" b="b"/>
              <a:pathLst>
                <a:path w="19302" h="18566" extrusionOk="0">
                  <a:moveTo>
                    <a:pt x="13070" y="0"/>
                  </a:moveTo>
                  <a:cubicBezTo>
                    <a:pt x="12789" y="0"/>
                    <a:pt x="12499" y="104"/>
                    <a:pt x="12250" y="229"/>
                  </a:cubicBezTo>
                  <a:cubicBezTo>
                    <a:pt x="11003" y="867"/>
                    <a:pt x="9940" y="1901"/>
                    <a:pt x="8633" y="2357"/>
                  </a:cubicBezTo>
                  <a:cubicBezTo>
                    <a:pt x="8025" y="2570"/>
                    <a:pt x="7386" y="2661"/>
                    <a:pt x="6809" y="2934"/>
                  </a:cubicBezTo>
                  <a:cubicBezTo>
                    <a:pt x="3739" y="4393"/>
                    <a:pt x="4012" y="8892"/>
                    <a:pt x="3040" y="11597"/>
                  </a:cubicBezTo>
                  <a:cubicBezTo>
                    <a:pt x="2584" y="12843"/>
                    <a:pt x="0" y="17038"/>
                    <a:pt x="1034" y="18223"/>
                  </a:cubicBezTo>
                  <a:cubicBezTo>
                    <a:pt x="1241" y="18458"/>
                    <a:pt x="1409" y="18537"/>
                    <a:pt x="1563" y="18537"/>
                  </a:cubicBezTo>
                  <a:cubicBezTo>
                    <a:pt x="1880" y="18537"/>
                    <a:pt x="2137" y="18200"/>
                    <a:pt x="2568" y="18200"/>
                  </a:cubicBezTo>
                  <a:cubicBezTo>
                    <a:pt x="2630" y="18200"/>
                    <a:pt x="2696" y="18207"/>
                    <a:pt x="2766" y="18223"/>
                  </a:cubicBezTo>
                  <a:cubicBezTo>
                    <a:pt x="3070" y="18314"/>
                    <a:pt x="3374" y="18527"/>
                    <a:pt x="3708" y="18558"/>
                  </a:cubicBezTo>
                  <a:cubicBezTo>
                    <a:pt x="3750" y="18563"/>
                    <a:pt x="3791" y="18566"/>
                    <a:pt x="3832" y="18566"/>
                  </a:cubicBezTo>
                  <a:cubicBezTo>
                    <a:pt x="4476" y="18566"/>
                    <a:pt x="5007" y="17913"/>
                    <a:pt x="5350" y="17342"/>
                  </a:cubicBezTo>
                  <a:cubicBezTo>
                    <a:pt x="6383" y="15731"/>
                    <a:pt x="7295" y="14059"/>
                    <a:pt x="8116" y="12327"/>
                  </a:cubicBezTo>
                  <a:cubicBezTo>
                    <a:pt x="8420" y="11658"/>
                    <a:pt x="9423" y="8253"/>
                    <a:pt x="10122" y="8193"/>
                  </a:cubicBezTo>
                  <a:cubicBezTo>
                    <a:pt x="10129" y="8192"/>
                    <a:pt x="10137" y="8192"/>
                    <a:pt x="10145" y="8192"/>
                  </a:cubicBezTo>
                  <a:cubicBezTo>
                    <a:pt x="10769" y="8192"/>
                    <a:pt x="12316" y="10568"/>
                    <a:pt x="12766" y="10959"/>
                  </a:cubicBezTo>
                  <a:cubicBezTo>
                    <a:pt x="13718" y="11751"/>
                    <a:pt x="14899" y="12567"/>
                    <a:pt x="16169" y="12567"/>
                  </a:cubicBezTo>
                  <a:cubicBezTo>
                    <a:pt x="16360" y="12567"/>
                    <a:pt x="16554" y="12549"/>
                    <a:pt x="16748" y="12509"/>
                  </a:cubicBezTo>
                  <a:cubicBezTo>
                    <a:pt x="17751" y="12327"/>
                    <a:pt x="18572" y="11536"/>
                    <a:pt x="18937" y="10594"/>
                  </a:cubicBezTo>
                  <a:cubicBezTo>
                    <a:pt x="19301" y="9652"/>
                    <a:pt x="19241" y="8588"/>
                    <a:pt x="18997" y="7615"/>
                  </a:cubicBezTo>
                  <a:cubicBezTo>
                    <a:pt x="18238" y="4910"/>
                    <a:pt x="16049" y="2387"/>
                    <a:pt x="14073" y="533"/>
                  </a:cubicBezTo>
                  <a:cubicBezTo>
                    <a:pt x="13830" y="320"/>
                    <a:pt x="13557" y="77"/>
                    <a:pt x="13253" y="16"/>
                  </a:cubicBezTo>
                  <a:cubicBezTo>
                    <a:pt x="13192" y="5"/>
                    <a:pt x="13131" y="0"/>
                    <a:pt x="1307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50"/>
            <p:cNvSpPr/>
            <p:nvPr/>
          </p:nvSpPr>
          <p:spPr>
            <a:xfrm>
              <a:off x="2502489" y="2544998"/>
              <a:ext cx="166198" cy="684648"/>
            </a:xfrm>
            <a:custGeom>
              <a:avLst/>
              <a:gdLst/>
              <a:ahLst/>
              <a:cxnLst/>
              <a:rect l="l" t="t" r="r" b="b"/>
              <a:pathLst>
                <a:path w="5047" h="20791" fill="none" extrusionOk="0">
                  <a:moveTo>
                    <a:pt x="5046" y="0"/>
                  </a:moveTo>
                  <a:cubicBezTo>
                    <a:pt x="3131" y="2918"/>
                    <a:pt x="1642" y="6414"/>
                    <a:pt x="1277" y="9940"/>
                  </a:cubicBezTo>
                  <a:cubicBezTo>
                    <a:pt x="943" y="13557"/>
                    <a:pt x="1672" y="17356"/>
                    <a:pt x="0" y="2079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50"/>
            <p:cNvSpPr/>
            <p:nvPr/>
          </p:nvSpPr>
          <p:spPr>
            <a:xfrm>
              <a:off x="2361349" y="1468700"/>
              <a:ext cx="507517" cy="1142111"/>
            </a:xfrm>
            <a:custGeom>
              <a:avLst/>
              <a:gdLst/>
              <a:ahLst/>
              <a:cxnLst/>
              <a:rect l="l" t="t" r="r" b="b"/>
              <a:pathLst>
                <a:path w="15412" h="34683" extrusionOk="0">
                  <a:moveTo>
                    <a:pt x="6626" y="4517"/>
                  </a:moveTo>
                  <a:cubicBezTo>
                    <a:pt x="7077" y="4517"/>
                    <a:pt x="7246" y="5616"/>
                    <a:pt x="7296" y="5936"/>
                  </a:cubicBezTo>
                  <a:cubicBezTo>
                    <a:pt x="7389" y="6704"/>
                    <a:pt x="7210" y="7004"/>
                    <a:pt x="6961" y="7004"/>
                  </a:cubicBezTo>
                  <a:cubicBezTo>
                    <a:pt x="6560" y="7004"/>
                    <a:pt x="5974" y="6222"/>
                    <a:pt x="6049" y="5359"/>
                  </a:cubicBezTo>
                  <a:cubicBezTo>
                    <a:pt x="6049" y="5359"/>
                    <a:pt x="6049" y="5359"/>
                    <a:pt x="6049" y="5328"/>
                  </a:cubicBezTo>
                  <a:cubicBezTo>
                    <a:pt x="6080" y="5116"/>
                    <a:pt x="6110" y="4872"/>
                    <a:pt x="6262" y="4720"/>
                  </a:cubicBezTo>
                  <a:cubicBezTo>
                    <a:pt x="6400" y="4576"/>
                    <a:pt x="6521" y="4517"/>
                    <a:pt x="6626" y="4517"/>
                  </a:cubicBezTo>
                  <a:close/>
                  <a:moveTo>
                    <a:pt x="11187" y="8259"/>
                  </a:moveTo>
                  <a:cubicBezTo>
                    <a:pt x="11412" y="8259"/>
                    <a:pt x="11540" y="8423"/>
                    <a:pt x="11429" y="8915"/>
                  </a:cubicBezTo>
                  <a:cubicBezTo>
                    <a:pt x="11156" y="10313"/>
                    <a:pt x="10153" y="11468"/>
                    <a:pt x="8937" y="12106"/>
                  </a:cubicBezTo>
                  <a:cubicBezTo>
                    <a:pt x="8694" y="12258"/>
                    <a:pt x="8420" y="12350"/>
                    <a:pt x="8147" y="12350"/>
                  </a:cubicBezTo>
                  <a:cubicBezTo>
                    <a:pt x="7873" y="12350"/>
                    <a:pt x="7569" y="12228"/>
                    <a:pt x="7478" y="11955"/>
                  </a:cubicBezTo>
                  <a:cubicBezTo>
                    <a:pt x="7356" y="11651"/>
                    <a:pt x="7508" y="11316"/>
                    <a:pt x="7660" y="11073"/>
                  </a:cubicBezTo>
                  <a:cubicBezTo>
                    <a:pt x="8268" y="10070"/>
                    <a:pt x="9089" y="9401"/>
                    <a:pt x="10031" y="8793"/>
                  </a:cubicBezTo>
                  <a:cubicBezTo>
                    <a:pt x="10321" y="8612"/>
                    <a:pt x="10858" y="8259"/>
                    <a:pt x="11187" y="8259"/>
                  </a:cubicBezTo>
                  <a:close/>
                  <a:moveTo>
                    <a:pt x="3739" y="14629"/>
                  </a:moveTo>
                  <a:cubicBezTo>
                    <a:pt x="5411" y="14660"/>
                    <a:pt x="5411" y="17304"/>
                    <a:pt x="5198" y="18733"/>
                  </a:cubicBezTo>
                  <a:cubicBezTo>
                    <a:pt x="5138" y="18976"/>
                    <a:pt x="5107" y="19189"/>
                    <a:pt x="5077" y="19341"/>
                  </a:cubicBezTo>
                  <a:cubicBezTo>
                    <a:pt x="5049" y="19479"/>
                    <a:pt x="4971" y="19618"/>
                    <a:pt x="4842" y="19618"/>
                  </a:cubicBezTo>
                  <a:cubicBezTo>
                    <a:pt x="4829" y="19618"/>
                    <a:pt x="4816" y="19617"/>
                    <a:pt x="4803" y="19614"/>
                  </a:cubicBezTo>
                  <a:cubicBezTo>
                    <a:pt x="4742" y="19614"/>
                    <a:pt x="4682" y="19523"/>
                    <a:pt x="4651" y="19462"/>
                  </a:cubicBezTo>
                  <a:cubicBezTo>
                    <a:pt x="3952" y="18246"/>
                    <a:pt x="3496" y="16909"/>
                    <a:pt x="3314" y="15511"/>
                  </a:cubicBezTo>
                  <a:cubicBezTo>
                    <a:pt x="3283" y="15328"/>
                    <a:pt x="3283" y="15146"/>
                    <a:pt x="3344" y="14964"/>
                  </a:cubicBezTo>
                  <a:cubicBezTo>
                    <a:pt x="3405" y="14781"/>
                    <a:pt x="3557" y="14629"/>
                    <a:pt x="3739" y="14629"/>
                  </a:cubicBezTo>
                  <a:close/>
                  <a:moveTo>
                    <a:pt x="8238" y="20830"/>
                  </a:moveTo>
                  <a:cubicBezTo>
                    <a:pt x="8299" y="20982"/>
                    <a:pt x="8359" y="21164"/>
                    <a:pt x="8390" y="21286"/>
                  </a:cubicBezTo>
                  <a:cubicBezTo>
                    <a:pt x="8451" y="21711"/>
                    <a:pt x="8390" y="22015"/>
                    <a:pt x="7904" y="22350"/>
                  </a:cubicBezTo>
                  <a:cubicBezTo>
                    <a:pt x="7630" y="22549"/>
                    <a:pt x="7049" y="22891"/>
                    <a:pt x="6615" y="22891"/>
                  </a:cubicBezTo>
                  <a:cubicBezTo>
                    <a:pt x="6519" y="22891"/>
                    <a:pt x="6430" y="22875"/>
                    <a:pt x="6353" y="22836"/>
                  </a:cubicBezTo>
                  <a:cubicBezTo>
                    <a:pt x="6171" y="22745"/>
                    <a:pt x="6049" y="22532"/>
                    <a:pt x="6080" y="22350"/>
                  </a:cubicBezTo>
                  <a:cubicBezTo>
                    <a:pt x="6080" y="22167"/>
                    <a:pt x="6201" y="21985"/>
                    <a:pt x="6323" y="21863"/>
                  </a:cubicBezTo>
                  <a:cubicBezTo>
                    <a:pt x="6809" y="21286"/>
                    <a:pt x="7508" y="20891"/>
                    <a:pt x="8238" y="20830"/>
                  </a:cubicBezTo>
                  <a:close/>
                  <a:moveTo>
                    <a:pt x="11135" y="1"/>
                  </a:moveTo>
                  <a:cubicBezTo>
                    <a:pt x="10928" y="1"/>
                    <a:pt x="10739" y="14"/>
                    <a:pt x="10578" y="39"/>
                  </a:cubicBezTo>
                  <a:cubicBezTo>
                    <a:pt x="6688" y="617"/>
                    <a:pt x="4682" y="3960"/>
                    <a:pt x="3010" y="7122"/>
                  </a:cubicBezTo>
                  <a:cubicBezTo>
                    <a:pt x="2979" y="7182"/>
                    <a:pt x="2949" y="7213"/>
                    <a:pt x="2979" y="7274"/>
                  </a:cubicBezTo>
                  <a:cubicBezTo>
                    <a:pt x="2979" y="7365"/>
                    <a:pt x="3040" y="7395"/>
                    <a:pt x="3101" y="7456"/>
                  </a:cubicBezTo>
                  <a:cubicBezTo>
                    <a:pt x="3770" y="8003"/>
                    <a:pt x="4195" y="8885"/>
                    <a:pt x="4226" y="9796"/>
                  </a:cubicBezTo>
                  <a:cubicBezTo>
                    <a:pt x="4226" y="9888"/>
                    <a:pt x="4195" y="9979"/>
                    <a:pt x="4165" y="10070"/>
                  </a:cubicBezTo>
                  <a:cubicBezTo>
                    <a:pt x="4095" y="10163"/>
                    <a:pt x="3972" y="10203"/>
                    <a:pt x="3850" y="10203"/>
                  </a:cubicBezTo>
                  <a:cubicBezTo>
                    <a:pt x="3813" y="10203"/>
                    <a:pt x="3775" y="10199"/>
                    <a:pt x="3739" y="10192"/>
                  </a:cubicBezTo>
                  <a:cubicBezTo>
                    <a:pt x="3618" y="10131"/>
                    <a:pt x="3496" y="10009"/>
                    <a:pt x="3405" y="9918"/>
                  </a:cubicBezTo>
                  <a:cubicBezTo>
                    <a:pt x="3040" y="9492"/>
                    <a:pt x="2827" y="9037"/>
                    <a:pt x="2645" y="8520"/>
                  </a:cubicBezTo>
                  <a:cubicBezTo>
                    <a:pt x="1490" y="10769"/>
                    <a:pt x="1125" y="14265"/>
                    <a:pt x="1399" y="16727"/>
                  </a:cubicBezTo>
                  <a:cubicBezTo>
                    <a:pt x="1551" y="18216"/>
                    <a:pt x="2098" y="19857"/>
                    <a:pt x="1976" y="21347"/>
                  </a:cubicBezTo>
                  <a:cubicBezTo>
                    <a:pt x="1855" y="23170"/>
                    <a:pt x="1095" y="24903"/>
                    <a:pt x="609" y="26666"/>
                  </a:cubicBezTo>
                  <a:cubicBezTo>
                    <a:pt x="61" y="28581"/>
                    <a:pt x="1" y="30709"/>
                    <a:pt x="396" y="32684"/>
                  </a:cubicBezTo>
                  <a:cubicBezTo>
                    <a:pt x="548" y="33414"/>
                    <a:pt x="913" y="34113"/>
                    <a:pt x="1581" y="34478"/>
                  </a:cubicBezTo>
                  <a:cubicBezTo>
                    <a:pt x="1821" y="34614"/>
                    <a:pt x="2103" y="34683"/>
                    <a:pt x="2384" y="34683"/>
                  </a:cubicBezTo>
                  <a:cubicBezTo>
                    <a:pt x="2854" y="34683"/>
                    <a:pt x="3321" y="34493"/>
                    <a:pt x="3587" y="34113"/>
                  </a:cubicBezTo>
                  <a:cubicBezTo>
                    <a:pt x="3779" y="34177"/>
                    <a:pt x="3978" y="34207"/>
                    <a:pt x="4177" y="34207"/>
                  </a:cubicBezTo>
                  <a:cubicBezTo>
                    <a:pt x="4929" y="34207"/>
                    <a:pt x="5683" y="33776"/>
                    <a:pt x="6019" y="33079"/>
                  </a:cubicBezTo>
                  <a:cubicBezTo>
                    <a:pt x="6323" y="32380"/>
                    <a:pt x="6232" y="31590"/>
                    <a:pt x="6201" y="30830"/>
                  </a:cubicBezTo>
                  <a:cubicBezTo>
                    <a:pt x="6141" y="28277"/>
                    <a:pt x="7052" y="26210"/>
                    <a:pt x="8511" y="24204"/>
                  </a:cubicBezTo>
                  <a:cubicBezTo>
                    <a:pt x="9940" y="22259"/>
                    <a:pt x="9788" y="19249"/>
                    <a:pt x="10335" y="16939"/>
                  </a:cubicBezTo>
                  <a:cubicBezTo>
                    <a:pt x="10882" y="14599"/>
                    <a:pt x="12098" y="12471"/>
                    <a:pt x="13162" y="10344"/>
                  </a:cubicBezTo>
                  <a:cubicBezTo>
                    <a:pt x="14135" y="8337"/>
                    <a:pt x="15411" y="6362"/>
                    <a:pt x="15047" y="4143"/>
                  </a:cubicBezTo>
                  <a:cubicBezTo>
                    <a:pt x="14986" y="3930"/>
                    <a:pt x="14955" y="3717"/>
                    <a:pt x="14864" y="3474"/>
                  </a:cubicBezTo>
                  <a:cubicBezTo>
                    <a:pt x="14864" y="3444"/>
                    <a:pt x="14864" y="3413"/>
                    <a:pt x="14803" y="3383"/>
                  </a:cubicBezTo>
                  <a:cubicBezTo>
                    <a:pt x="14786" y="3365"/>
                    <a:pt x="14765" y="3358"/>
                    <a:pt x="14744" y="3358"/>
                  </a:cubicBezTo>
                  <a:cubicBezTo>
                    <a:pt x="14692" y="3358"/>
                    <a:pt x="14634" y="3401"/>
                    <a:pt x="14591" y="3444"/>
                  </a:cubicBezTo>
                  <a:cubicBezTo>
                    <a:pt x="14013" y="3930"/>
                    <a:pt x="13314" y="4325"/>
                    <a:pt x="12584" y="4568"/>
                  </a:cubicBezTo>
                  <a:cubicBezTo>
                    <a:pt x="12535" y="4581"/>
                    <a:pt x="12470" y="4593"/>
                    <a:pt x="12407" y="4593"/>
                  </a:cubicBezTo>
                  <a:cubicBezTo>
                    <a:pt x="12314" y="4593"/>
                    <a:pt x="12225" y="4567"/>
                    <a:pt x="12189" y="4477"/>
                  </a:cubicBezTo>
                  <a:cubicBezTo>
                    <a:pt x="12159" y="4386"/>
                    <a:pt x="12189" y="4325"/>
                    <a:pt x="12220" y="4264"/>
                  </a:cubicBezTo>
                  <a:cubicBezTo>
                    <a:pt x="12463" y="3808"/>
                    <a:pt x="12797" y="3413"/>
                    <a:pt x="13223" y="3109"/>
                  </a:cubicBezTo>
                  <a:cubicBezTo>
                    <a:pt x="13648" y="2805"/>
                    <a:pt x="14256" y="2532"/>
                    <a:pt x="14287" y="2015"/>
                  </a:cubicBezTo>
                  <a:cubicBezTo>
                    <a:pt x="14365" y="523"/>
                    <a:pt x="12415" y="1"/>
                    <a:pt x="1113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50"/>
            <p:cNvSpPr/>
            <p:nvPr/>
          </p:nvSpPr>
          <p:spPr>
            <a:xfrm>
              <a:off x="2410415" y="2260709"/>
              <a:ext cx="119141" cy="1026000"/>
            </a:xfrm>
            <a:custGeom>
              <a:avLst/>
              <a:gdLst/>
              <a:ahLst/>
              <a:cxnLst/>
              <a:rect l="l" t="t" r="r" b="b"/>
              <a:pathLst>
                <a:path w="3618" h="31157" fill="none" extrusionOk="0">
                  <a:moveTo>
                    <a:pt x="0" y="31156"/>
                  </a:moveTo>
                  <a:cubicBezTo>
                    <a:pt x="669" y="29941"/>
                    <a:pt x="1337" y="28694"/>
                    <a:pt x="1641" y="27327"/>
                  </a:cubicBezTo>
                  <a:cubicBezTo>
                    <a:pt x="1854" y="26415"/>
                    <a:pt x="1915" y="25442"/>
                    <a:pt x="1976" y="24469"/>
                  </a:cubicBezTo>
                  <a:cubicBezTo>
                    <a:pt x="2006" y="23801"/>
                    <a:pt x="1945" y="23618"/>
                    <a:pt x="2067" y="22980"/>
                  </a:cubicBezTo>
                  <a:cubicBezTo>
                    <a:pt x="2857" y="19302"/>
                    <a:pt x="3617" y="15472"/>
                    <a:pt x="2553" y="11916"/>
                  </a:cubicBezTo>
                  <a:cubicBezTo>
                    <a:pt x="2037" y="10183"/>
                    <a:pt x="1125" y="8573"/>
                    <a:pt x="973" y="6779"/>
                  </a:cubicBezTo>
                  <a:cubicBezTo>
                    <a:pt x="821" y="4348"/>
                    <a:pt x="2128" y="2068"/>
                    <a:pt x="3404" y="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50"/>
            <p:cNvSpPr/>
            <p:nvPr/>
          </p:nvSpPr>
          <p:spPr>
            <a:xfrm>
              <a:off x="2330682" y="3113509"/>
              <a:ext cx="338001" cy="399210"/>
            </a:xfrm>
            <a:custGeom>
              <a:avLst/>
              <a:gdLst/>
              <a:ahLst/>
              <a:cxnLst/>
              <a:rect l="l" t="t" r="r" b="b"/>
              <a:pathLst>
                <a:path w="13588" h="12123" extrusionOk="0">
                  <a:moveTo>
                    <a:pt x="1" y="1"/>
                  </a:moveTo>
                  <a:cubicBezTo>
                    <a:pt x="1" y="1"/>
                    <a:pt x="1277" y="10852"/>
                    <a:pt x="1551" y="12068"/>
                  </a:cubicBezTo>
                  <a:cubicBezTo>
                    <a:pt x="1561" y="12109"/>
                    <a:pt x="2746" y="12122"/>
                    <a:pt x="4323" y="12122"/>
                  </a:cubicBezTo>
                  <a:cubicBezTo>
                    <a:pt x="7475" y="12122"/>
                    <a:pt x="12189" y="12068"/>
                    <a:pt x="12189" y="12068"/>
                  </a:cubicBezTo>
                  <a:cubicBezTo>
                    <a:pt x="12250" y="11946"/>
                    <a:pt x="12737" y="5959"/>
                    <a:pt x="12858" y="5472"/>
                  </a:cubicBezTo>
                  <a:lnTo>
                    <a:pt x="1358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" name="Image 43" descr="Sans tit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35" y="884334"/>
            <a:ext cx="4701261" cy="29729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44472  E" pathEditMode="relative" ptsTypes="">
                                      <p:cBhvr>
                                        <p:cTn id="1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7"/>
          <p:cNvSpPr/>
          <p:nvPr/>
        </p:nvSpPr>
        <p:spPr>
          <a:xfrm>
            <a:off x="6682000" y="2500750"/>
            <a:ext cx="2222100" cy="222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57"/>
          <p:cNvSpPr txBox="1">
            <a:spLocks noGrp="1"/>
          </p:cNvSpPr>
          <p:nvPr>
            <p:ph type="title"/>
          </p:nvPr>
        </p:nvSpPr>
        <p:spPr>
          <a:xfrm>
            <a:off x="713225" y="3044225"/>
            <a:ext cx="4920320" cy="14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dirty="0" smtClean="0"/>
              <a:t>Exercie:Palindrome</a:t>
            </a:r>
            <a:endParaRPr/>
          </a:p>
        </p:txBody>
      </p:sp>
      <p:grpSp>
        <p:nvGrpSpPr>
          <p:cNvPr id="975" name="Google Shape;975;p57"/>
          <p:cNvGrpSpPr/>
          <p:nvPr/>
        </p:nvGrpSpPr>
        <p:grpSpPr>
          <a:xfrm>
            <a:off x="7063076" y="2003623"/>
            <a:ext cx="1209758" cy="3173849"/>
            <a:chOff x="7005588" y="1179275"/>
            <a:chExt cx="706180" cy="1852694"/>
          </a:xfrm>
        </p:grpSpPr>
        <p:sp>
          <p:nvSpPr>
            <p:cNvPr id="976" name="Google Shape;976;p57"/>
            <p:cNvSpPr/>
            <p:nvPr/>
          </p:nvSpPr>
          <p:spPr>
            <a:xfrm flipH="1">
              <a:off x="7005588" y="1179275"/>
              <a:ext cx="520739" cy="924305"/>
            </a:xfrm>
            <a:custGeom>
              <a:avLst/>
              <a:gdLst/>
              <a:ahLst/>
              <a:cxnLst/>
              <a:rect l="l" t="t" r="r" b="b"/>
              <a:pathLst>
                <a:path w="16559" h="29392" extrusionOk="0">
                  <a:moveTo>
                    <a:pt x="8501" y="4644"/>
                  </a:moveTo>
                  <a:cubicBezTo>
                    <a:pt x="8562" y="4644"/>
                    <a:pt x="8636" y="4667"/>
                    <a:pt x="8724" y="4719"/>
                  </a:cubicBezTo>
                  <a:cubicBezTo>
                    <a:pt x="8937" y="4841"/>
                    <a:pt x="8998" y="5084"/>
                    <a:pt x="9059" y="5297"/>
                  </a:cubicBezTo>
                  <a:cubicBezTo>
                    <a:pt x="9211" y="5874"/>
                    <a:pt x="9302" y="6452"/>
                    <a:pt x="9332" y="6999"/>
                  </a:cubicBezTo>
                  <a:cubicBezTo>
                    <a:pt x="9332" y="7090"/>
                    <a:pt x="9332" y="7364"/>
                    <a:pt x="9271" y="7576"/>
                  </a:cubicBezTo>
                  <a:cubicBezTo>
                    <a:pt x="9252" y="7733"/>
                    <a:pt x="9195" y="7852"/>
                    <a:pt x="9100" y="7852"/>
                  </a:cubicBezTo>
                  <a:cubicBezTo>
                    <a:pt x="9047" y="7852"/>
                    <a:pt x="8983" y="7815"/>
                    <a:pt x="8907" y="7728"/>
                  </a:cubicBezTo>
                  <a:cubicBezTo>
                    <a:pt x="8420" y="7242"/>
                    <a:pt x="8299" y="6543"/>
                    <a:pt x="8268" y="5874"/>
                  </a:cubicBezTo>
                  <a:cubicBezTo>
                    <a:pt x="8242" y="5637"/>
                    <a:pt x="8101" y="4644"/>
                    <a:pt x="8501" y="4644"/>
                  </a:cubicBezTo>
                  <a:close/>
                  <a:moveTo>
                    <a:pt x="12372" y="12501"/>
                  </a:moveTo>
                  <a:cubicBezTo>
                    <a:pt x="12493" y="12501"/>
                    <a:pt x="12585" y="12531"/>
                    <a:pt x="12645" y="12653"/>
                  </a:cubicBezTo>
                  <a:cubicBezTo>
                    <a:pt x="12676" y="12713"/>
                    <a:pt x="12676" y="12865"/>
                    <a:pt x="12615" y="12926"/>
                  </a:cubicBezTo>
                  <a:cubicBezTo>
                    <a:pt x="11825" y="13686"/>
                    <a:pt x="10761" y="14081"/>
                    <a:pt x="9697" y="14081"/>
                  </a:cubicBezTo>
                  <a:cubicBezTo>
                    <a:pt x="9484" y="14081"/>
                    <a:pt x="9393" y="13747"/>
                    <a:pt x="9575" y="13625"/>
                  </a:cubicBezTo>
                  <a:cubicBezTo>
                    <a:pt x="9636" y="13595"/>
                    <a:pt x="9697" y="13564"/>
                    <a:pt x="9758" y="13504"/>
                  </a:cubicBezTo>
                  <a:cubicBezTo>
                    <a:pt x="9788" y="13443"/>
                    <a:pt x="9819" y="13382"/>
                    <a:pt x="9910" y="13321"/>
                  </a:cubicBezTo>
                  <a:cubicBezTo>
                    <a:pt x="10609" y="12956"/>
                    <a:pt x="11399" y="12561"/>
                    <a:pt x="12189" y="12501"/>
                  </a:cubicBezTo>
                  <a:close/>
                  <a:moveTo>
                    <a:pt x="4855" y="12077"/>
                  </a:moveTo>
                  <a:cubicBezTo>
                    <a:pt x="4939" y="12077"/>
                    <a:pt x="5024" y="12087"/>
                    <a:pt x="5107" y="12105"/>
                  </a:cubicBezTo>
                  <a:cubicBezTo>
                    <a:pt x="5350" y="12197"/>
                    <a:pt x="5563" y="12349"/>
                    <a:pt x="5746" y="12561"/>
                  </a:cubicBezTo>
                  <a:cubicBezTo>
                    <a:pt x="6232" y="13139"/>
                    <a:pt x="6475" y="13899"/>
                    <a:pt x="6566" y="14659"/>
                  </a:cubicBezTo>
                  <a:cubicBezTo>
                    <a:pt x="6597" y="15054"/>
                    <a:pt x="6566" y="15449"/>
                    <a:pt x="6384" y="15753"/>
                  </a:cubicBezTo>
                  <a:cubicBezTo>
                    <a:pt x="6170" y="16087"/>
                    <a:pt x="5968" y="16221"/>
                    <a:pt x="5782" y="16221"/>
                  </a:cubicBezTo>
                  <a:cubicBezTo>
                    <a:pt x="5119" y="16221"/>
                    <a:pt x="4648" y="14525"/>
                    <a:pt x="4530" y="14051"/>
                  </a:cubicBezTo>
                  <a:cubicBezTo>
                    <a:pt x="4439" y="13656"/>
                    <a:pt x="3983" y="12592"/>
                    <a:pt x="4347" y="12257"/>
                  </a:cubicBezTo>
                  <a:cubicBezTo>
                    <a:pt x="4474" y="12130"/>
                    <a:pt x="4661" y="12077"/>
                    <a:pt x="4855" y="12077"/>
                  </a:cubicBezTo>
                  <a:close/>
                  <a:moveTo>
                    <a:pt x="13172" y="0"/>
                  </a:moveTo>
                  <a:cubicBezTo>
                    <a:pt x="12729" y="0"/>
                    <a:pt x="12240" y="117"/>
                    <a:pt x="11703" y="373"/>
                  </a:cubicBezTo>
                  <a:cubicBezTo>
                    <a:pt x="11764" y="677"/>
                    <a:pt x="11825" y="950"/>
                    <a:pt x="11916" y="1224"/>
                  </a:cubicBezTo>
                  <a:cubicBezTo>
                    <a:pt x="11977" y="1558"/>
                    <a:pt x="12037" y="1893"/>
                    <a:pt x="12037" y="2227"/>
                  </a:cubicBezTo>
                  <a:cubicBezTo>
                    <a:pt x="12037" y="2409"/>
                    <a:pt x="12007" y="2592"/>
                    <a:pt x="11977" y="2774"/>
                  </a:cubicBezTo>
                  <a:cubicBezTo>
                    <a:pt x="11916" y="2987"/>
                    <a:pt x="11855" y="3139"/>
                    <a:pt x="11642" y="3200"/>
                  </a:cubicBezTo>
                  <a:cubicBezTo>
                    <a:pt x="11618" y="3208"/>
                    <a:pt x="11591" y="3211"/>
                    <a:pt x="11565" y="3211"/>
                  </a:cubicBezTo>
                  <a:cubicBezTo>
                    <a:pt x="11492" y="3211"/>
                    <a:pt x="11421" y="3183"/>
                    <a:pt x="11399" y="3139"/>
                  </a:cubicBezTo>
                  <a:cubicBezTo>
                    <a:pt x="10913" y="2531"/>
                    <a:pt x="10761" y="1771"/>
                    <a:pt x="10670" y="1011"/>
                  </a:cubicBezTo>
                  <a:cubicBezTo>
                    <a:pt x="10487" y="1133"/>
                    <a:pt x="10274" y="1285"/>
                    <a:pt x="10092" y="1467"/>
                  </a:cubicBezTo>
                  <a:cubicBezTo>
                    <a:pt x="6779" y="4263"/>
                    <a:pt x="4439" y="8032"/>
                    <a:pt x="2888" y="12166"/>
                  </a:cubicBezTo>
                  <a:cubicBezTo>
                    <a:pt x="1885" y="14841"/>
                    <a:pt x="1247" y="17607"/>
                    <a:pt x="882" y="20434"/>
                  </a:cubicBezTo>
                  <a:cubicBezTo>
                    <a:pt x="609" y="22653"/>
                    <a:pt x="1" y="25875"/>
                    <a:pt x="669" y="28063"/>
                  </a:cubicBezTo>
                  <a:cubicBezTo>
                    <a:pt x="821" y="28580"/>
                    <a:pt x="1217" y="29066"/>
                    <a:pt x="1733" y="29188"/>
                  </a:cubicBezTo>
                  <a:cubicBezTo>
                    <a:pt x="1801" y="29203"/>
                    <a:pt x="1869" y="29210"/>
                    <a:pt x="1938" y="29210"/>
                  </a:cubicBezTo>
                  <a:cubicBezTo>
                    <a:pt x="2428" y="29210"/>
                    <a:pt x="2919" y="28847"/>
                    <a:pt x="2919" y="28367"/>
                  </a:cubicBezTo>
                  <a:cubicBezTo>
                    <a:pt x="2983" y="29101"/>
                    <a:pt x="3448" y="29391"/>
                    <a:pt x="3978" y="29391"/>
                  </a:cubicBezTo>
                  <a:cubicBezTo>
                    <a:pt x="4457" y="29391"/>
                    <a:pt x="4988" y="29154"/>
                    <a:pt x="5320" y="28793"/>
                  </a:cubicBezTo>
                  <a:cubicBezTo>
                    <a:pt x="10700" y="22926"/>
                    <a:pt x="14469" y="15601"/>
                    <a:pt x="16110" y="7820"/>
                  </a:cubicBezTo>
                  <a:lnTo>
                    <a:pt x="16110" y="7820"/>
                  </a:lnTo>
                  <a:cubicBezTo>
                    <a:pt x="14834" y="8367"/>
                    <a:pt x="13557" y="8853"/>
                    <a:pt x="12189" y="9005"/>
                  </a:cubicBezTo>
                  <a:cubicBezTo>
                    <a:pt x="12178" y="9007"/>
                    <a:pt x="12167" y="9007"/>
                    <a:pt x="12157" y="9007"/>
                  </a:cubicBezTo>
                  <a:cubicBezTo>
                    <a:pt x="11959" y="9007"/>
                    <a:pt x="11802" y="8752"/>
                    <a:pt x="11946" y="8580"/>
                  </a:cubicBezTo>
                  <a:cubicBezTo>
                    <a:pt x="12645" y="7728"/>
                    <a:pt x="13740" y="7181"/>
                    <a:pt x="14773" y="6786"/>
                  </a:cubicBezTo>
                  <a:cubicBezTo>
                    <a:pt x="15290" y="6573"/>
                    <a:pt x="15806" y="6421"/>
                    <a:pt x="16354" y="6269"/>
                  </a:cubicBezTo>
                  <a:cubicBezTo>
                    <a:pt x="16558" y="3253"/>
                    <a:pt x="15516" y="0"/>
                    <a:pt x="1317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57"/>
            <p:cNvSpPr/>
            <p:nvPr/>
          </p:nvSpPr>
          <p:spPr>
            <a:xfrm flipH="1">
              <a:off x="7207985" y="1467233"/>
              <a:ext cx="270543" cy="1289473"/>
            </a:xfrm>
            <a:custGeom>
              <a:avLst/>
              <a:gdLst/>
              <a:ahLst/>
              <a:cxnLst/>
              <a:rect l="l" t="t" r="r" b="b"/>
              <a:pathLst>
                <a:path w="8603" h="41004" fill="none" extrusionOk="0">
                  <a:moveTo>
                    <a:pt x="8602" y="0"/>
                  </a:moveTo>
                  <a:cubicBezTo>
                    <a:pt x="6536" y="4620"/>
                    <a:pt x="1399" y="17660"/>
                    <a:pt x="639" y="22766"/>
                  </a:cubicBezTo>
                  <a:cubicBezTo>
                    <a:pt x="213" y="25441"/>
                    <a:pt x="183" y="28177"/>
                    <a:pt x="122" y="30882"/>
                  </a:cubicBezTo>
                  <a:lnTo>
                    <a:pt x="1" y="410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57"/>
            <p:cNvSpPr/>
            <p:nvPr/>
          </p:nvSpPr>
          <p:spPr>
            <a:xfrm flipH="1">
              <a:off x="7227099" y="2628560"/>
              <a:ext cx="484669" cy="403409"/>
            </a:xfrm>
            <a:custGeom>
              <a:avLst/>
              <a:gdLst/>
              <a:ahLst/>
              <a:cxnLst/>
              <a:rect l="l" t="t" r="r" b="b"/>
              <a:pathLst>
                <a:path w="15412" h="12828" extrusionOk="0">
                  <a:moveTo>
                    <a:pt x="1" y="1"/>
                  </a:moveTo>
                  <a:cubicBezTo>
                    <a:pt x="1" y="1"/>
                    <a:pt x="1065" y="12797"/>
                    <a:pt x="1065" y="12828"/>
                  </a:cubicBezTo>
                  <a:cubicBezTo>
                    <a:pt x="1065" y="12828"/>
                    <a:pt x="14500" y="12676"/>
                    <a:pt x="14530" y="12615"/>
                  </a:cubicBezTo>
                  <a:lnTo>
                    <a:pt x="1541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3"/>
          <p:cNvSpPr/>
          <p:nvPr/>
        </p:nvSpPr>
        <p:spPr>
          <a:xfrm>
            <a:off x="5129147" y="1297950"/>
            <a:ext cx="2222100" cy="222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7" name="Google Shape;837;p53"/>
          <p:cNvGrpSpPr/>
          <p:nvPr/>
        </p:nvGrpSpPr>
        <p:grpSpPr>
          <a:xfrm>
            <a:off x="5517775" y="1489759"/>
            <a:ext cx="3626225" cy="3027475"/>
            <a:chOff x="3121900" y="2293575"/>
            <a:chExt cx="3626225" cy="3027475"/>
          </a:xfrm>
        </p:grpSpPr>
        <p:sp>
          <p:nvSpPr>
            <p:cNvPr id="838" name="Google Shape;838;p53"/>
            <p:cNvSpPr/>
            <p:nvPr/>
          </p:nvSpPr>
          <p:spPr>
            <a:xfrm>
              <a:off x="5100675" y="3430425"/>
              <a:ext cx="177075" cy="778150"/>
            </a:xfrm>
            <a:custGeom>
              <a:avLst/>
              <a:gdLst/>
              <a:ahLst/>
              <a:cxnLst/>
              <a:rect l="l" t="t" r="r" b="b"/>
              <a:pathLst>
                <a:path w="7083" h="31126" fill="none" extrusionOk="0">
                  <a:moveTo>
                    <a:pt x="1094" y="31126"/>
                  </a:moveTo>
                  <a:cubicBezTo>
                    <a:pt x="5471" y="27904"/>
                    <a:pt x="7082" y="21977"/>
                    <a:pt x="4711" y="16901"/>
                  </a:cubicBezTo>
                  <a:cubicBezTo>
                    <a:pt x="3708" y="14773"/>
                    <a:pt x="2097" y="12980"/>
                    <a:pt x="1277" y="10791"/>
                  </a:cubicBezTo>
                  <a:cubicBezTo>
                    <a:pt x="0" y="7357"/>
                    <a:pt x="821" y="3557"/>
                    <a:pt x="1672" y="1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3"/>
            <p:cNvSpPr/>
            <p:nvPr/>
          </p:nvSpPr>
          <p:spPr>
            <a:xfrm>
              <a:off x="4784550" y="4181200"/>
              <a:ext cx="762950" cy="60050"/>
            </a:xfrm>
            <a:custGeom>
              <a:avLst/>
              <a:gdLst/>
              <a:ahLst/>
              <a:cxnLst/>
              <a:rect l="l" t="t" r="r" b="b"/>
              <a:pathLst>
                <a:path w="30518" h="2402" extrusionOk="0">
                  <a:moveTo>
                    <a:pt x="1156" y="1"/>
                  </a:moveTo>
                  <a:cubicBezTo>
                    <a:pt x="517" y="1"/>
                    <a:pt x="0" y="517"/>
                    <a:pt x="0" y="1156"/>
                  </a:cubicBezTo>
                  <a:lnTo>
                    <a:pt x="0" y="1216"/>
                  </a:lnTo>
                  <a:cubicBezTo>
                    <a:pt x="0" y="1885"/>
                    <a:pt x="517" y="2402"/>
                    <a:pt x="1156" y="2402"/>
                  </a:cubicBezTo>
                  <a:lnTo>
                    <a:pt x="29332" y="2402"/>
                  </a:lnTo>
                  <a:cubicBezTo>
                    <a:pt x="30001" y="2402"/>
                    <a:pt x="30518" y="1885"/>
                    <a:pt x="30518" y="1216"/>
                  </a:cubicBezTo>
                  <a:lnTo>
                    <a:pt x="30518" y="1156"/>
                  </a:lnTo>
                  <a:cubicBezTo>
                    <a:pt x="30518" y="517"/>
                    <a:pt x="30001" y="1"/>
                    <a:pt x="2933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3"/>
            <p:cNvSpPr/>
            <p:nvPr/>
          </p:nvSpPr>
          <p:spPr>
            <a:xfrm>
              <a:off x="3970700" y="2445625"/>
              <a:ext cx="2434725" cy="1462050"/>
            </a:xfrm>
            <a:custGeom>
              <a:avLst/>
              <a:gdLst/>
              <a:ahLst/>
              <a:cxnLst/>
              <a:rect l="l" t="t" r="r" b="b"/>
              <a:pathLst>
                <a:path w="97389" h="58482" extrusionOk="0">
                  <a:moveTo>
                    <a:pt x="1520" y="0"/>
                  </a:moveTo>
                  <a:cubicBezTo>
                    <a:pt x="700" y="0"/>
                    <a:pt x="1" y="669"/>
                    <a:pt x="1" y="1520"/>
                  </a:cubicBezTo>
                  <a:lnTo>
                    <a:pt x="1" y="56931"/>
                  </a:lnTo>
                  <a:cubicBezTo>
                    <a:pt x="1" y="57782"/>
                    <a:pt x="700" y="58481"/>
                    <a:pt x="1520" y="58481"/>
                  </a:cubicBezTo>
                  <a:lnTo>
                    <a:pt x="95869" y="58481"/>
                  </a:lnTo>
                  <a:cubicBezTo>
                    <a:pt x="96720" y="58481"/>
                    <a:pt x="97389" y="57782"/>
                    <a:pt x="97389" y="56931"/>
                  </a:cubicBezTo>
                  <a:lnTo>
                    <a:pt x="97389" y="1520"/>
                  </a:lnTo>
                  <a:cubicBezTo>
                    <a:pt x="97389" y="669"/>
                    <a:pt x="96720" y="0"/>
                    <a:pt x="9586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3"/>
            <p:cNvSpPr/>
            <p:nvPr/>
          </p:nvSpPr>
          <p:spPr>
            <a:xfrm>
              <a:off x="3970700" y="2445625"/>
              <a:ext cx="2434725" cy="1462050"/>
            </a:xfrm>
            <a:custGeom>
              <a:avLst/>
              <a:gdLst/>
              <a:ahLst/>
              <a:cxnLst/>
              <a:rect l="l" t="t" r="r" b="b"/>
              <a:pathLst>
                <a:path w="97389" h="58482" fill="none" extrusionOk="0">
                  <a:moveTo>
                    <a:pt x="96082" y="58481"/>
                  </a:moveTo>
                  <a:lnTo>
                    <a:pt x="1277" y="58481"/>
                  </a:lnTo>
                  <a:cubicBezTo>
                    <a:pt x="578" y="58481"/>
                    <a:pt x="1" y="57904"/>
                    <a:pt x="1" y="57205"/>
                  </a:cubicBezTo>
                  <a:lnTo>
                    <a:pt x="1" y="1277"/>
                  </a:lnTo>
                  <a:cubicBezTo>
                    <a:pt x="1" y="547"/>
                    <a:pt x="578" y="0"/>
                    <a:pt x="1277" y="0"/>
                  </a:cubicBezTo>
                  <a:lnTo>
                    <a:pt x="95686" y="0"/>
                  </a:lnTo>
                  <a:cubicBezTo>
                    <a:pt x="96629" y="0"/>
                    <a:pt x="97389" y="760"/>
                    <a:pt x="97389" y="1702"/>
                  </a:cubicBezTo>
                  <a:lnTo>
                    <a:pt x="97389" y="57144"/>
                  </a:lnTo>
                  <a:cubicBezTo>
                    <a:pt x="97389" y="57873"/>
                    <a:pt x="96811" y="58481"/>
                    <a:pt x="96082" y="5848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3"/>
            <p:cNvSpPr/>
            <p:nvPr/>
          </p:nvSpPr>
          <p:spPr>
            <a:xfrm>
              <a:off x="3982875" y="2560350"/>
              <a:ext cx="2410400" cy="1235625"/>
            </a:xfrm>
            <a:custGeom>
              <a:avLst/>
              <a:gdLst/>
              <a:ahLst/>
              <a:cxnLst/>
              <a:rect l="l" t="t" r="r" b="b"/>
              <a:pathLst>
                <a:path w="96416" h="49425" extrusionOk="0">
                  <a:moveTo>
                    <a:pt x="0" y="1"/>
                  </a:moveTo>
                  <a:lnTo>
                    <a:pt x="0" y="49424"/>
                  </a:lnTo>
                  <a:lnTo>
                    <a:pt x="96415" y="49424"/>
                  </a:lnTo>
                  <a:lnTo>
                    <a:pt x="96415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3"/>
            <p:cNvSpPr/>
            <p:nvPr/>
          </p:nvSpPr>
          <p:spPr>
            <a:xfrm>
              <a:off x="4782275" y="2732850"/>
              <a:ext cx="433150" cy="264475"/>
            </a:xfrm>
            <a:custGeom>
              <a:avLst/>
              <a:gdLst/>
              <a:ahLst/>
              <a:cxnLst/>
              <a:rect l="l" t="t" r="r" b="b"/>
              <a:pathLst>
                <a:path w="17326" h="10579" extrusionOk="0">
                  <a:moveTo>
                    <a:pt x="0" y="1"/>
                  </a:moveTo>
                  <a:lnTo>
                    <a:pt x="0" y="10578"/>
                  </a:lnTo>
                  <a:lnTo>
                    <a:pt x="17326" y="10578"/>
                  </a:lnTo>
                  <a:lnTo>
                    <a:pt x="1732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3"/>
            <p:cNvSpPr/>
            <p:nvPr/>
          </p:nvSpPr>
          <p:spPr>
            <a:xfrm>
              <a:off x="4108250" y="2732850"/>
              <a:ext cx="600325" cy="586675"/>
            </a:xfrm>
            <a:custGeom>
              <a:avLst/>
              <a:gdLst/>
              <a:ahLst/>
              <a:cxnLst/>
              <a:rect l="l" t="t" r="r" b="b"/>
              <a:pathLst>
                <a:path w="24013" h="23467" extrusionOk="0">
                  <a:moveTo>
                    <a:pt x="0" y="1"/>
                  </a:moveTo>
                  <a:lnTo>
                    <a:pt x="0" y="23466"/>
                  </a:lnTo>
                  <a:lnTo>
                    <a:pt x="24013" y="23466"/>
                  </a:lnTo>
                  <a:lnTo>
                    <a:pt x="24013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3"/>
            <p:cNvSpPr/>
            <p:nvPr/>
          </p:nvSpPr>
          <p:spPr>
            <a:xfrm>
              <a:off x="4782275" y="3052000"/>
              <a:ext cx="433150" cy="264475"/>
            </a:xfrm>
            <a:custGeom>
              <a:avLst/>
              <a:gdLst/>
              <a:ahLst/>
              <a:cxnLst/>
              <a:rect l="l" t="t" r="r" b="b"/>
              <a:pathLst>
                <a:path w="17326" h="10579" extrusionOk="0">
                  <a:moveTo>
                    <a:pt x="0" y="1"/>
                  </a:moveTo>
                  <a:lnTo>
                    <a:pt x="0" y="10578"/>
                  </a:lnTo>
                  <a:lnTo>
                    <a:pt x="17326" y="10578"/>
                  </a:lnTo>
                  <a:lnTo>
                    <a:pt x="1732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3"/>
            <p:cNvSpPr/>
            <p:nvPr/>
          </p:nvSpPr>
          <p:spPr>
            <a:xfrm>
              <a:off x="5289125" y="2732850"/>
              <a:ext cx="433150" cy="264475"/>
            </a:xfrm>
            <a:custGeom>
              <a:avLst/>
              <a:gdLst/>
              <a:ahLst/>
              <a:cxnLst/>
              <a:rect l="l" t="t" r="r" b="b"/>
              <a:pathLst>
                <a:path w="17326" h="10579" extrusionOk="0">
                  <a:moveTo>
                    <a:pt x="0" y="1"/>
                  </a:moveTo>
                  <a:lnTo>
                    <a:pt x="0" y="10578"/>
                  </a:lnTo>
                  <a:lnTo>
                    <a:pt x="17326" y="10578"/>
                  </a:lnTo>
                  <a:lnTo>
                    <a:pt x="1732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3"/>
            <p:cNvSpPr/>
            <p:nvPr/>
          </p:nvSpPr>
          <p:spPr>
            <a:xfrm>
              <a:off x="5289125" y="3052000"/>
              <a:ext cx="433150" cy="264475"/>
            </a:xfrm>
            <a:custGeom>
              <a:avLst/>
              <a:gdLst/>
              <a:ahLst/>
              <a:cxnLst/>
              <a:rect l="l" t="t" r="r" b="b"/>
              <a:pathLst>
                <a:path w="17326" h="10579" extrusionOk="0">
                  <a:moveTo>
                    <a:pt x="0" y="1"/>
                  </a:moveTo>
                  <a:lnTo>
                    <a:pt x="0" y="10578"/>
                  </a:lnTo>
                  <a:lnTo>
                    <a:pt x="17326" y="10578"/>
                  </a:lnTo>
                  <a:lnTo>
                    <a:pt x="1732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3"/>
            <p:cNvSpPr/>
            <p:nvPr/>
          </p:nvSpPr>
          <p:spPr>
            <a:xfrm>
              <a:off x="5795975" y="2732850"/>
              <a:ext cx="433150" cy="264475"/>
            </a:xfrm>
            <a:custGeom>
              <a:avLst/>
              <a:gdLst/>
              <a:ahLst/>
              <a:cxnLst/>
              <a:rect l="l" t="t" r="r" b="b"/>
              <a:pathLst>
                <a:path w="17326" h="10579" extrusionOk="0">
                  <a:moveTo>
                    <a:pt x="0" y="1"/>
                  </a:moveTo>
                  <a:lnTo>
                    <a:pt x="0" y="10578"/>
                  </a:lnTo>
                  <a:lnTo>
                    <a:pt x="17326" y="10578"/>
                  </a:lnTo>
                  <a:lnTo>
                    <a:pt x="1732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3"/>
            <p:cNvSpPr/>
            <p:nvPr/>
          </p:nvSpPr>
          <p:spPr>
            <a:xfrm>
              <a:off x="5795975" y="3052000"/>
              <a:ext cx="433150" cy="264475"/>
            </a:xfrm>
            <a:custGeom>
              <a:avLst/>
              <a:gdLst/>
              <a:ahLst/>
              <a:cxnLst/>
              <a:rect l="l" t="t" r="r" b="b"/>
              <a:pathLst>
                <a:path w="17326" h="10579" extrusionOk="0">
                  <a:moveTo>
                    <a:pt x="0" y="1"/>
                  </a:moveTo>
                  <a:lnTo>
                    <a:pt x="0" y="10578"/>
                  </a:lnTo>
                  <a:lnTo>
                    <a:pt x="17326" y="10578"/>
                  </a:lnTo>
                  <a:lnTo>
                    <a:pt x="1732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3"/>
            <p:cNvSpPr/>
            <p:nvPr/>
          </p:nvSpPr>
          <p:spPr>
            <a:xfrm>
              <a:off x="4120400" y="3400025"/>
              <a:ext cx="536525" cy="25"/>
            </a:xfrm>
            <a:custGeom>
              <a:avLst/>
              <a:gdLst/>
              <a:ahLst/>
              <a:cxnLst/>
              <a:rect l="l" t="t" r="r" b="b"/>
              <a:pathLst>
                <a:path w="21461" h="1" fill="none" extrusionOk="0">
                  <a:moveTo>
                    <a:pt x="1" y="1"/>
                  </a:moveTo>
                  <a:lnTo>
                    <a:pt x="21460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3"/>
            <p:cNvSpPr/>
            <p:nvPr/>
          </p:nvSpPr>
          <p:spPr>
            <a:xfrm>
              <a:off x="4120400" y="3439550"/>
              <a:ext cx="536525" cy="25"/>
            </a:xfrm>
            <a:custGeom>
              <a:avLst/>
              <a:gdLst/>
              <a:ahLst/>
              <a:cxnLst/>
              <a:rect l="l" t="t" r="r" b="b"/>
              <a:pathLst>
                <a:path w="21461" h="1" fill="none" extrusionOk="0">
                  <a:moveTo>
                    <a:pt x="1" y="1"/>
                  </a:moveTo>
                  <a:lnTo>
                    <a:pt x="21460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3"/>
            <p:cNvSpPr/>
            <p:nvPr/>
          </p:nvSpPr>
          <p:spPr>
            <a:xfrm>
              <a:off x="4120400" y="3478300"/>
              <a:ext cx="536525" cy="25"/>
            </a:xfrm>
            <a:custGeom>
              <a:avLst/>
              <a:gdLst/>
              <a:ahLst/>
              <a:cxnLst/>
              <a:rect l="l" t="t" r="r" b="b"/>
              <a:pathLst>
                <a:path w="21461" h="1" fill="none" extrusionOk="0">
                  <a:moveTo>
                    <a:pt x="1" y="1"/>
                  </a:moveTo>
                  <a:lnTo>
                    <a:pt x="21460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3"/>
            <p:cNvSpPr/>
            <p:nvPr/>
          </p:nvSpPr>
          <p:spPr>
            <a:xfrm>
              <a:off x="4120400" y="3517825"/>
              <a:ext cx="536525" cy="25"/>
            </a:xfrm>
            <a:custGeom>
              <a:avLst/>
              <a:gdLst/>
              <a:ahLst/>
              <a:cxnLst/>
              <a:rect l="l" t="t" r="r" b="b"/>
              <a:pathLst>
                <a:path w="21461" h="1" fill="none" extrusionOk="0">
                  <a:moveTo>
                    <a:pt x="1" y="0"/>
                  </a:moveTo>
                  <a:lnTo>
                    <a:pt x="21460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3"/>
            <p:cNvSpPr/>
            <p:nvPr/>
          </p:nvSpPr>
          <p:spPr>
            <a:xfrm>
              <a:off x="4120400" y="3557325"/>
              <a:ext cx="472675" cy="25"/>
            </a:xfrm>
            <a:custGeom>
              <a:avLst/>
              <a:gdLst/>
              <a:ahLst/>
              <a:cxnLst/>
              <a:rect l="l" t="t" r="r" b="b"/>
              <a:pathLst>
                <a:path w="18907" h="1" fill="none" extrusionOk="0">
                  <a:moveTo>
                    <a:pt x="1" y="1"/>
                  </a:moveTo>
                  <a:lnTo>
                    <a:pt x="18907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3"/>
            <p:cNvSpPr/>
            <p:nvPr/>
          </p:nvSpPr>
          <p:spPr>
            <a:xfrm>
              <a:off x="3121900" y="4323300"/>
              <a:ext cx="3626225" cy="89700"/>
            </a:xfrm>
            <a:custGeom>
              <a:avLst/>
              <a:gdLst/>
              <a:ahLst/>
              <a:cxnLst/>
              <a:rect l="l" t="t" r="r" b="b"/>
              <a:pathLst>
                <a:path w="145049" h="3588" extrusionOk="0">
                  <a:moveTo>
                    <a:pt x="1" y="1"/>
                  </a:moveTo>
                  <a:lnTo>
                    <a:pt x="1" y="3587"/>
                  </a:lnTo>
                  <a:lnTo>
                    <a:pt x="145049" y="3587"/>
                  </a:lnTo>
                  <a:lnTo>
                    <a:pt x="145049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3"/>
            <p:cNvSpPr/>
            <p:nvPr/>
          </p:nvSpPr>
          <p:spPr>
            <a:xfrm>
              <a:off x="3329350" y="4353700"/>
              <a:ext cx="53225" cy="967350"/>
            </a:xfrm>
            <a:custGeom>
              <a:avLst/>
              <a:gdLst/>
              <a:ahLst/>
              <a:cxnLst/>
              <a:rect l="l" t="t" r="r" b="b"/>
              <a:pathLst>
                <a:path w="2129" h="38694" extrusionOk="0">
                  <a:moveTo>
                    <a:pt x="1" y="0"/>
                  </a:moveTo>
                  <a:lnTo>
                    <a:pt x="1" y="38694"/>
                  </a:lnTo>
                  <a:lnTo>
                    <a:pt x="2128" y="38694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3"/>
            <p:cNvSpPr/>
            <p:nvPr/>
          </p:nvSpPr>
          <p:spPr>
            <a:xfrm>
              <a:off x="6482150" y="4353700"/>
              <a:ext cx="53225" cy="967350"/>
            </a:xfrm>
            <a:custGeom>
              <a:avLst/>
              <a:gdLst/>
              <a:ahLst/>
              <a:cxnLst/>
              <a:rect l="l" t="t" r="r" b="b"/>
              <a:pathLst>
                <a:path w="2129" h="38694" extrusionOk="0">
                  <a:moveTo>
                    <a:pt x="0" y="0"/>
                  </a:moveTo>
                  <a:lnTo>
                    <a:pt x="0" y="38694"/>
                  </a:lnTo>
                  <a:lnTo>
                    <a:pt x="2128" y="38694"/>
                  </a:lnTo>
                  <a:lnTo>
                    <a:pt x="212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53"/>
            <p:cNvSpPr/>
            <p:nvPr/>
          </p:nvSpPr>
          <p:spPr>
            <a:xfrm>
              <a:off x="5905400" y="2876925"/>
              <a:ext cx="449125" cy="1403700"/>
            </a:xfrm>
            <a:custGeom>
              <a:avLst/>
              <a:gdLst/>
              <a:ahLst/>
              <a:cxnLst/>
              <a:rect l="l" t="t" r="r" b="b"/>
              <a:pathLst>
                <a:path w="17965" h="56148" extrusionOk="0">
                  <a:moveTo>
                    <a:pt x="11958" y="0"/>
                  </a:moveTo>
                  <a:cubicBezTo>
                    <a:pt x="11905" y="0"/>
                    <a:pt x="11850" y="4"/>
                    <a:pt x="11794" y="13"/>
                  </a:cubicBezTo>
                  <a:cubicBezTo>
                    <a:pt x="10517" y="195"/>
                    <a:pt x="10122" y="1806"/>
                    <a:pt x="9970" y="3083"/>
                  </a:cubicBezTo>
                  <a:cubicBezTo>
                    <a:pt x="9848" y="3903"/>
                    <a:pt x="9088" y="5484"/>
                    <a:pt x="8237" y="5818"/>
                  </a:cubicBezTo>
                  <a:cubicBezTo>
                    <a:pt x="8049" y="5889"/>
                    <a:pt x="7887" y="5921"/>
                    <a:pt x="7747" y="5921"/>
                  </a:cubicBezTo>
                  <a:cubicBezTo>
                    <a:pt x="6621" y="5921"/>
                    <a:pt x="6991" y="3850"/>
                    <a:pt x="7721" y="3174"/>
                  </a:cubicBezTo>
                  <a:cubicBezTo>
                    <a:pt x="7933" y="2992"/>
                    <a:pt x="8237" y="2870"/>
                    <a:pt x="8481" y="2688"/>
                  </a:cubicBezTo>
                  <a:cubicBezTo>
                    <a:pt x="8936" y="2414"/>
                    <a:pt x="9636" y="1776"/>
                    <a:pt x="9848" y="1289"/>
                  </a:cubicBezTo>
                  <a:cubicBezTo>
                    <a:pt x="10111" y="612"/>
                    <a:pt x="9901" y="154"/>
                    <a:pt x="9401" y="154"/>
                  </a:cubicBezTo>
                  <a:cubicBezTo>
                    <a:pt x="9206" y="154"/>
                    <a:pt x="8966" y="224"/>
                    <a:pt x="8693" y="378"/>
                  </a:cubicBezTo>
                  <a:cubicBezTo>
                    <a:pt x="7052" y="1320"/>
                    <a:pt x="5654" y="1259"/>
                    <a:pt x="4438" y="2900"/>
                  </a:cubicBezTo>
                  <a:cubicBezTo>
                    <a:pt x="3222" y="4542"/>
                    <a:pt x="2219" y="6426"/>
                    <a:pt x="1885" y="8463"/>
                  </a:cubicBezTo>
                  <a:cubicBezTo>
                    <a:pt x="1642" y="9770"/>
                    <a:pt x="1702" y="11077"/>
                    <a:pt x="1672" y="12384"/>
                  </a:cubicBezTo>
                  <a:cubicBezTo>
                    <a:pt x="1520" y="17946"/>
                    <a:pt x="1672" y="23478"/>
                    <a:pt x="1581" y="29010"/>
                  </a:cubicBezTo>
                  <a:cubicBezTo>
                    <a:pt x="1520" y="31685"/>
                    <a:pt x="1581" y="34451"/>
                    <a:pt x="1155" y="37095"/>
                  </a:cubicBezTo>
                  <a:cubicBezTo>
                    <a:pt x="973" y="38190"/>
                    <a:pt x="365" y="39162"/>
                    <a:pt x="213" y="40196"/>
                  </a:cubicBezTo>
                  <a:cubicBezTo>
                    <a:pt x="0" y="41655"/>
                    <a:pt x="547" y="43509"/>
                    <a:pt x="912" y="45059"/>
                  </a:cubicBezTo>
                  <a:cubicBezTo>
                    <a:pt x="973" y="45393"/>
                    <a:pt x="1064" y="45728"/>
                    <a:pt x="1125" y="46032"/>
                  </a:cubicBezTo>
                  <a:cubicBezTo>
                    <a:pt x="1490" y="48251"/>
                    <a:pt x="2067" y="50804"/>
                    <a:pt x="3556" y="52567"/>
                  </a:cubicBezTo>
                  <a:cubicBezTo>
                    <a:pt x="4739" y="53974"/>
                    <a:pt x="6605" y="54902"/>
                    <a:pt x="8385" y="54902"/>
                  </a:cubicBezTo>
                  <a:cubicBezTo>
                    <a:pt x="9258" y="54902"/>
                    <a:pt x="10111" y="54678"/>
                    <a:pt x="10851" y="54178"/>
                  </a:cubicBezTo>
                  <a:cubicBezTo>
                    <a:pt x="11195" y="53942"/>
                    <a:pt x="11492" y="53844"/>
                    <a:pt x="11751" y="53844"/>
                  </a:cubicBezTo>
                  <a:cubicBezTo>
                    <a:pt x="13011" y="53844"/>
                    <a:pt x="13392" y="56147"/>
                    <a:pt x="13984" y="56147"/>
                  </a:cubicBezTo>
                  <a:cubicBezTo>
                    <a:pt x="14166" y="56147"/>
                    <a:pt x="14368" y="55930"/>
                    <a:pt x="14620" y="55363"/>
                  </a:cubicBezTo>
                  <a:cubicBezTo>
                    <a:pt x="17964" y="47886"/>
                    <a:pt x="10821" y="25241"/>
                    <a:pt x="9757" y="14998"/>
                  </a:cubicBezTo>
                  <a:cubicBezTo>
                    <a:pt x="9696" y="14451"/>
                    <a:pt x="9636" y="13873"/>
                    <a:pt x="9788" y="13326"/>
                  </a:cubicBezTo>
                  <a:cubicBezTo>
                    <a:pt x="10487" y="11107"/>
                    <a:pt x="12797" y="9527"/>
                    <a:pt x="13435" y="7095"/>
                  </a:cubicBezTo>
                  <a:cubicBezTo>
                    <a:pt x="13702" y="6176"/>
                    <a:pt x="14026" y="0"/>
                    <a:pt x="1195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53"/>
            <p:cNvSpPr/>
            <p:nvPr/>
          </p:nvSpPr>
          <p:spPr>
            <a:xfrm>
              <a:off x="4946400" y="2890150"/>
              <a:ext cx="406575" cy="475175"/>
            </a:xfrm>
            <a:custGeom>
              <a:avLst/>
              <a:gdLst/>
              <a:ahLst/>
              <a:cxnLst/>
              <a:rect l="l" t="t" r="r" b="b"/>
              <a:pathLst>
                <a:path w="16263" h="19007" extrusionOk="0">
                  <a:moveTo>
                    <a:pt x="1277" y="1"/>
                  </a:moveTo>
                  <a:lnTo>
                    <a:pt x="1277" y="1"/>
                  </a:lnTo>
                  <a:cubicBezTo>
                    <a:pt x="1338" y="4134"/>
                    <a:pt x="1125" y="7964"/>
                    <a:pt x="882" y="11551"/>
                  </a:cubicBezTo>
                  <a:cubicBezTo>
                    <a:pt x="761" y="13283"/>
                    <a:pt x="639" y="14499"/>
                    <a:pt x="1" y="15958"/>
                  </a:cubicBezTo>
                  <a:cubicBezTo>
                    <a:pt x="2767" y="17113"/>
                    <a:pt x="4712" y="18542"/>
                    <a:pt x="7691" y="18846"/>
                  </a:cubicBezTo>
                  <a:cubicBezTo>
                    <a:pt x="8608" y="18939"/>
                    <a:pt x="9613" y="19007"/>
                    <a:pt x="10633" y="19007"/>
                  </a:cubicBezTo>
                  <a:cubicBezTo>
                    <a:pt x="12624" y="19007"/>
                    <a:pt x="14675" y="18747"/>
                    <a:pt x="16262" y="17904"/>
                  </a:cubicBezTo>
                  <a:cubicBezTo>
                    <a:pt x="14317" y="12736"/>
                    <a:pt x="14803" y="7417"/>
                    <a:pt x="14682" y="2189"/>
                  </a:cubicBezTo>
                  <a:cubicBezTo>
                    <a:pt x="14652" y="1490"/>
                    <a:pt x="14652" y="760"/>
                    <a:pt x="14652" y="61"/>
                  </a:cubicBezTo>
                  <a:lnTo>
                    <a:pt x="1277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3"/>
            <p:cNvSpPr/>
            <p:nvPr/>
          </p:nvSpPr>
          <p:spPr>
            <a:xfrm>
              <a:off x="4354450" y="3154175"/>
              <a:ext cx="1502325" cy="1805950"/>
            </a:xfrm>
            <a:custGeom>
              <a:avLst/>
              <a:gdLst/>
              <a:ahLst/>
              <a:cxnLst/>
              <a:rect l="l" t="t" r="r" b="b"/>
              <a:pathLst>
                <a:path w="60093" h="72238" extrusionOk="0">
                  <a:moveTo>
                    <a:pt x="29401" y="0"/>
                  </a:moveTo>
                  <a:cubicBezTo>
                    <a:pt x="28891" y="0"/>
                    <a:pt x="28382" y="6"/>
                    <a:pt x="27873" y="17"/>
                  </a:cubicBezTo>
                  <a:cubicBezTo>
                    <a:pt x="21825" y="139"/>
                    <a:pt x="8481" y="3361"/>
                    <a:pt x="4833" y="8163"/>
                  </a:cubicBezTo>
                  <a:cubicBezTo>
                    <a:pt x="1" y="14455"/>
                    <a:pt x="2584" y="23604"/>
                    <a:pt x="7508" y="29045"/>
                  </a:cubicBezTo>
                  <a:cubicBezTo>
                    <a:pt x="6080" y="37191"/>
                    <a:pt x="4742" y="45671"/>
                    <a:pt x="4621" y="53969"/>
                  </a:cubicBezTo>
                  <a:cubicBezTo>
                    <a:pt x="4560" y="59805"/>
                    <a:pt x="6080" y="65611"/>
                    <a:pt x="6384" y="71447"/>
                  </a:cubicBezTo>
                  <a:lnTo>
                    <a:pt x="56172" y="72237"/>
                  </a:lnTo>
                  <a:cubicBezTo>
                    <a:pt x="57631" y="59623"/>
                    <a:pt x="57114" y="47313"/>
                    <a:pt x="57175" y="34638"/>
                  </a:cubicBezTo>
                  <a:cubicBezTo>
                    <a:pt x="57175" y="33088"/>
                    <a:pt x="57205" y="31507"/>
                    <a:pt x="57448" y="29957"/>
                  </a:cubicBezTo>
                  <a:cubicBezTo>
                    <a:pt x="57752" y="28346"/>
                    <a:pt x="58299" y="26826"/>
                    <a:pt x="58603" y="25215"/>
                  </a:cubicBezTo>
                  <a:cubicBezTo>
                    <a:pt x="60093" y="17312"/>
                    <a:pt x="55685" y="7494"/>
                    <a:pt x="48360" y="3847"/>
                  </a:cubicBezTo>
                  <a:cubicBezTo>
                    <a:pt x="42552" y="943"/>
                    <a:pt x="35933" y="0"/>
                    <a:pt x="2940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3"/>
            <p:cNvSpPr/>
            <p:nvPr/>
          </p:nvSpPr>
          <p:spPr>
            <a:xfrm>
              <a:off x="4811900" y="2658875"/>
              <a:ext cx="116275" cy="154325"/>
            </a:xfrm>
            <a:custGeom>
              <a:avLst/>
              <a:gdLst/>
              <a:ahLst/>
              <a:cxnLst/>
              <a:rect l="l" t="t" r="r" b="b"/>
              <a:pathLst>
                <a:path w="4651" h="6173" extrusionOk="0">
                  <a:moveTo>
                    <a:pt x="2090" y="0"/>
                  </a:moveTo>
                  <a:cubicBezTo>
                    <a:pt x="1754" y="0"/>
                    <a:pt x="1407" y="86"/>
                    <a:pt x="1065" y="285"/>
                  </a:cubicBezTo>
                  <a:cubicBezTo>
                    <a:pt x="274" y="741"/>
                    <a:pt x="1" y="1653"/>
                    <a:pt x="183" y="2443"/>
                  </a:cubicBezTo>
                  <a:cubicBezTo>
                    <a:pt x="335" y="3203"/>
                    <a:pt x="821" y="3932"/>
                    <a:pt x="1308" y="4601"/>
                  </a:cubicBezTo>
                  <a:cubicBezTo>
                    <a:pt x="1521" y="4905"/>
                    <a:pt x="1764" y="5209"/>
                    <a:pt x="1976" y="5513"/>
                  </a:cubicBezTo>
                  <a:cubicBezTo>
                    <a:pt x="2159" y="5786"/>
                    <a:pt x="2402" y="6090"/>
                    <a:pt x="2797" y="6151"/>
                  </a:cubicBezTo>
                  <a:cubicBezTo>
                    <a:pt x="2876" y="6165"/>
                    <a:pt x="2951" y="6172"/>
                    <a:pt x="3023" y="6172"/>
                  </a:cubicBezTo>
                  <a:cubicBezTo>
                    <a:pt x="4651" y="6172"/>
                    <a:pt x="4644" y="2684"/>
                    <a:pt x="4469" y="1957"/>
                  </a:cubicBezTo>
                  <a:cubicBezTo>
                    <a:pt x="4257" y="1015"/>
                    <a:pt x="3243" y="0"/>
                    <a:pt x="209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5308875" y="2658375"/>
              <a:ext cx="140600" cy="159800"/>
            </a:xfrm>
            <a:custGeom>
              <a:avLst/>
              <a:gdLst/>
              <a:ahLst/>
              <a:cxnLst/>
              <a:rect l="l" t="t" r="r" b="b"/>
              <a:pathLst>
                <a:path w="5624" h="6392" extrusionOk="0">
                  <a:moveTo>
                    <a:pt x="4499" y="1"/>
                  </a:moveTo>
                  <a:cubicBezTo>
                    <a:pt x="2128" y="1"/>
                    <a:pt x="1" y="4712"/>
                    <a:pt x="1520" y="6050"/>
                  </a:cubicBezTo>
                  <a:cubicBezTo>
                    <a:pt x="1672" y="6202"/>
                    <a:pt x="1885" y="6354"/>
                    <a:pt x="2159" y="6384"/>
                  </a:cubicBezTo>
                  <a:cubicBezTo>
                    <a:pt x="2198" y="6389"/>
                    <a:pt x="2238" y="6392"/>
                    <a:pt x="2276" y="6392"/>
                  </a:cubicBezTo>
                  <a:cubicBezTo>
                    <a:pt x="2682" y="6392"/>
                    <a:pt x="3034" y="6114"/>
                    <a:pt x="3283" y="5837"/>
                  </a:cubicBezTo>
                  <a:cubicBezTo>
                    <a:pt x="3314" y="5806"/>
                    <a:pt x="3314" y="5776"/>
                    <a:pt x="3344" y="5776"/>
                  </a:cubicBezTo>
                  <a:cubicBezTo>
                    <a:pt x="4469" y="4499"/>
                    <a:pt x="5229" y="2980"/>
                    <a:pt x="5533" y="1429"/>
                  </a:cubicBezTo>
                  <a:cubicBezTo>
                    <a:pt x="5593" y="1125"/>
                    <a:pt x="5624" y="822"/>
                    <a:pt x="5472" y="548"/>
                  </a:cubicBezTo>
                  <a:cubicBezTo>
                    <a:pt x="5320" y="244"/>
                    <a:pt x="4925" y="1"/>
                    <a:pt x="449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3"/>
            <p:cNvSpPr/>
            <p:nvPr/>
          </p:nvSpPr>
          <p:spPr>
            <a:xfrm>
              <a:off x="3779000" y="3161425"/>
              <a:ext cx="1187200" cy="1197050"/>
            </a:xfrm>
            <a:custGeom>
              <a:avLst/>
              <a:gdLst/>
              <a:ahLst/>
              <a:cxnLst/>
              <a:rect l="l" t="t" r="r" b="b"/>
              <a:pathLst>
                <a:path w="47488" h="47882" extrusionOk="0">
                  <a:moveTo>
                    <a:pt x="47487" y="1"/>
                  </a:moveTo>
                  <a:cubicBezTo>
                    <a:pt x="46484" y="62"/>
                    <a:pt x="45511" y="183"/>
                    <a:pt x="44508" y="335"/>
                  </a:cubicBezTo>
                  <a:cubicBezTo>
                    <a:pt x="38338" y="1338"/>
                    <a:pt x="32532" y="3831"/>
                    <a:pt x="27517" y="7691"/>
                  </a:cubicBezTo>
                  <a:cubicBezTo>
                    <a:pt x="22593" y="11521"/>
                    <a:pt x="18490" y="16323"/>
                    <a:pt x="14629" y="21247"/>
                  </a:cubicBezTo>
                  <a:cubicBezTo>
                    <a:pt x="11134" y="25715"/>
                    <a:pt x="7790" y="30336"/>
                    <a:pt x="4629" y="35047"/>
                  </a:cubicBezTo>
                  <a:cubicBezTo>
                    <a:pt x="3596" y="36597"/>
                    <a:pt x="2562" y="38147"/>
                    <a:pt x="2015" y="39910"/>
                  </a:cubicBezTo>
                  <a:cubicBezTo>
                    <a:pt x="1" y="46391"/>
                    <a:pt x="5697" y="47881"/>
                    <a:pt x="10702" y="47881"/>
                  </a:cubicBezTo>
                  <a:cubicBezTo>
                    <a:pt x="10908" y="47881"/>
                    <a:pt x="11113" y="47879"/>
                    <a:pt x="11316" y="47874"/>
                  </a:cubicBezTo>
                  <a:cubicBezTo>
                    <a:pt x="15602" y="47783"/>
                    <a:pt x="19888" y="46293"/>
                    <a:pt x="23201" y="43558"/>
                  </a:cubicBezTo>
                  <a:cubicBezTo>
                    <a:pt x="24569" y="42433"/>
                    <a:pt x="25754" y="41156"/>
                    <a:pt x="26970" y="39849"/>
                  </a:cubicBezTo>
                  <a:cubicBezTo>
                    <a:pt x="29158" y="37478"/>
                    <a:pt x="31347" y="35381"/>
                    <a:pt x="32806" y="32524"/>
                  </a:cubicBezTo>
                  <a:cubicBezTo>
                    <a:pt x="33779" y="30609"/>
                    <a:pt x="34842" y="28725"/>
                    <a:pt x="35876" y="26840"/>
                  </a:cubicBezTo>
                  <a:cubicBezTo>
                    <a:pt x="36500" y="25711"/>
                    <a:pt x="40031" y="17983"/>
                    <a:pt x="41807" y="17983"/>
                  </a:cubicBezTo>
                  <a:cubicBezTo>
                    <a:pt x="41847" y="17983"/>
                    <a:pt x="41886" y="17987"/>
                    <a:pt x="41925" y="17995"/>
                  </a:cubicBezTo>
                  <a:cubicBezTo>
                    <a:pt x="42806" y="18177"/>
                    <a:pt x="43718" y="18329"/>
                    <a:pt x="44660" y="18451"/>
                  </a:cubicBezTo>
                  <a:cubicBezTo>
                    <a:pt x="44660" y="16141"/>
                    <a:pt x="44812" y="13831"/>
                    <a:pt x="44903" y="11521"/>
                  </a:cubicBezTo>
                  <a:cubicBezTo>
                    <a:pt x="44964" y="10274"/>
                    <a:pt x="45025" y="9028"/>
                    <a:pt x="45055" y="7782"/>
                  </a:cubicBezTo>
                  <a:cubicBezTo>
                    <a:pt x="45055" y="6961"/>
                    <a:pt x="44599" y="5746"/>
                    <a:pt x="44812" y="4986"/>
                  </a:cubicBezTo>
                  <a:cubicBezTo>
                    <a:pt x="45299" y="3131"/>
                    <a:pt x="46241" y="1399"/>
                    <a:pt x="4748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3"/>
            <p:cNvSpPr/>
            <p:nvPr/>
          </p:nvSpPr>
          <p:spPr>
            <a:xfrm>
              <a:off x="5270125" y="3176625"/>
              <a:ext cx="1074500" cy="1191450"/>
            </a:xfrm>
            <a:custGeom>
              <a:avLst/>
              <a:gdLst/>
              <a:ahLst/>
              <a:cxnLst/>
              <a:rect l="l" t="t" r="r" b="b"/>
              <a:pathLst>
                <a:path w="42980" h="47658" extrusionOk="0">
                  <a:moveTo>
                    <a:pt x="0" y="1"/>
                  </a:moveTo>
                  <a:lnTo>
                    <a:pt x="0" y="17843"/>
                  </a:lnTo>
                  <a:cubicBezTo>
                    <a:pt x="943" y="17721"/>
                    <a:pt x="1854" y="17569"/>
                    <a:pt x="2736" y="17387"/>
                  </a:cubicBezTo>
                  <a:cubicBezTo>
                    <a:pt x="2738" y="17386"/>
                    <a:pt x="2740" y="17386"/>
                    <a:pt x="2742" y="17386"/>
                  </a:cubicBezTo>
                  <a:cubicBezTo>
                    <a:pt x="3322" y="17386"/>
                    <a:pt x="13409" y="34870"/>
                    <a:pt x="14681" y="36567"/>
                  </a:cubicBezTo>
                  <a:cubicBezTo>
                    <a:pt x="18299" y="41369"/>
                    <a:pt x="22676" y="46324"/>
                    <a:pt x="28907" y="47448"/>
                  </a:cubicBezTo>
                  <a:cubicBezTo>
                    <a:pt x="29686" y="47584"/>
                    <a:pt x="30520" y="47657"/>
                    <a:pt x="31374" y="47657"/>
                  </a:cubicBezTo>
                  <a:cubicBezTo>
                    <a:pt x="35282" y="47657"/>
                    <a:pt x="39583" y="46132"/>
                    <a:pt x="40731" y="42190"/>
                  </a:cubicBezTo>
                  <a:cubicBezTo>
                    <a:pt x="42980" y="34439"/>
                    <a:pt x="34530" y="24560"/>
                    <a:pt x="30062" y="19089"/>
                  </a:cubicBezTo>
                  <a:cubicBezTo>
                    <a:pt x="24408" y="12098"/>
                    <a:pt x="15411" y="1916"/>
                    <a:pt x="5776" y="791"/>
                  </a:cubicBezTo>
                  <a:cubicBezTo>
                    <a:pt x="2979" y="487"/>
                    <a:pt x="2827" y="39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3"/>
            <p:cNvSpPr/>
            <p:nvPr/>
          </p:nvSpPr>
          <p:spPr>
            <a:xfrm>
              <a:off x="4830150" y="2293575"/>
              <a:ext cx="587425" cy="669775"/>
            </a:xfrm>
            <a:custGeom>
              <a:avLst/>
              <a:gdLst/>
              <a:ahLst/>
              <a:cxnLst/>
              <a:rect l="l" t="t" r="r" b="b"/>
              <a:pathLst>
                <a:path w="23497" h="26791" extrusionOk="0">
                  <a:moveTo>
                    <a:pt x="14151" y="1"/>
                  </a:moveTo>
                  <a:cubicBezTo>
                    <a:pt x="13696" y="1"/>
                    <a:pt x="13293" y="262"/>
                    <a:pt x="12918" y="550"/>
                  </a:cubicBezTo>
                  <a:cubicBezTo>
                    <a:pt x="12554" y="824"/>
                    <a:pt x="12159" y="1128"/>
                    <a:pt x="11672" y="1158"/>
                  </a:cubicBezTo>
                  <a:cubicBezTo>
                    <a:pt x="9301" y="1340"/>
                    <a:pt x="6687" y="1553"/>
                    <a:pt x="4681" y="3134"/>
                  </a:cubicBezTo>
                  <a:cubicBezTo>
                    <a:pt x="2705" y="4684"/>
                    <a:pt x="1520" y="7176"/>
                    <a:pt x="1003" y="9578"/>
                  </a:cubicBezTo>
                  <a:cubicBezTo>
                    <a:pt x="0" y="14623"/>
                    <a:pt x="1186" y="20186"/>
                    <a:pt x="3860" y="24563"/>
                  </a:cubicBezTo>
                  <a:cubicBezTo>
                    <a:pt x="4286" y="25323"/>
                    <a:pt x="4803" y="26022"/>
                    <a:pt x="5563" y="26447"/>
                  </a:cubicBezTo>
                  <a:cubicBezTo>
                    <a:pt x="5867" y="26630"/>
                    <a:pt x="6231" y="26721"/>
                    <a:pt x="6596" y="26751"/>
                  </a:cubicBezTo>
                  <a:cubicBezTo>
                    <a:pt x="6711" y="26762"/>
                    <a:pt x="6828" y="26766"/>
                    <a:pt x="6947" y="26766"/>
                  </a:cubicBezTo>
                  <a:cubicBezTo>
                    <a:pt x="8207" y="26766"/>
                    <a:pt x="9644" y="26221"/>
                    <a:pt x="10700" y="26082"/>
                  </a:cubicBezTo>
                  <a:cubicBezTo>
                    <a:pt x="11448" y="25980"/>
                    <a:pt x="12206" y="25920"/>
                    <a:pt x="12961" y="25920"/>
                  </a:cubicBezTo>
                  <a:cubicBezTo>
                    <a:pt x="14228" y="25920"/>
                    <a:pt x="15487" y="26089"/>
                    <a:pt x="16687" y="26508"/>
                  </a:cubicBezTo>
                  <a:cubicBezTo>
                    <a:pt x="17226" y="26690"/>
                    <a:pt x="17723" y="26791"/>
                    <a:pt x="18175" y="26791"/>
                  </a:cubicBezTo>
                  <a:cubicBezTo>
                    <a:pt x="19226" y="26791"/>
                    <a:pt x="20028" y="26246"/>
                    <a:pt x="20517" y="24927"/>
                  </a:cubicBezTo>
                  <a:cubicBezTo>
                    <a:pt x="21399" y="22617"/>
                    <a:pt x="22432" y="20246"/>
                    <a:pt x="22888" y="17784"/>
                  </a:cubicBezTo>
                  <a:cubicBezTo>
                    <a:pt x="23496" y="14532"/>
                    <a:pt x="23314" y="11097"/>
                    <a:pt x="22068" y="7997"/>
                  </a:cubicBezTo>
                  <a:cubicBezTo>
                    <a:pt x="20852" y="4957"/>
                    <a:pt x="18815" y="2252"/>
                    <a:pt x="16353" y="64"/>
                  </a:cubicBezTo>
                  <a:cubicBezTo>
                    <a:pt x="15988" y="459"/>
                    <a:pt x="15502" y="763"/>
                    <a:pt x="14955" y="945"/>
                  </a:cubicBezTo>
                  <a:cubicBezTo>
                    <a:pt x="15168" y="520"/>
                    <a:pt x="14681" y="3"/>
                    <a:pt x="14225" y="3"/>
                  </a:cubicBezTo>
                  <a:cubicBezTo>
                    <a:pt x="14201" y="1"/>
                    <a:pt x="14176" y="1"/>
                    <a:pt x="1415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3"/>
            <p:cNvSpPr/>
            <p:nvPr/>
          </p:nvSpPr>
          <p:spPr>
            <a:xfrm>
              <a:off x="4811150" y="2999875"/>
              <a:ext cx="701400" cy="433025"/>
            </a:xfrm>
            <a:custGeom>
              <a:avLst/>
              <a:gdLst/>
              <a:ahLst/>
              <a:cxnLst/>
              <a:rect l="l" t="t" r="r" b="b"/>
              <a:pathLst>
                <a:path w="28056" h="17321" extrusionOk="0">
                  <a:moveTo>
                    <a:pt x="13242" y="0"/>
                  </a:moveTo>
                  <a:cubicBezTo>
                    <a:pt x="10451" y="0"/>
                    <a:pt x="7662" y="260"/>
                    <a:pt x="4924" y="779"/>
                  </a:cubicBezTo>
                  <a:cubicBezTo>
                    <a:pt x="3952" y="961"/>
                    <a:pt x="2949" y="1204"/>
                    <a:pt x="2128" y="1751"/>
                  </a:cubicBezTo>
                  <a:cubicBezTo>
                    <a:pt x="699" y="2694"/>
                    <a:pt x="0" y="4487"/>
                    <a:pt x="61" y="6189"/>
                  </a:cubicBezTo>
                  <a:cubicBezTo>
                    <a:pt x="122" y="7891"/>
                    <a:pt x="851" y="9502"/>
                    <a:pt x="1824" y="10900"/>
                  </a:cubicBezTo>
                  <a:cubicBezTo>
                    <a:pt x="4751" y="15139"/>
                    <a:pt x="9591" y="17321"/>
                    <a:pt x="14578" y="17321"/>
                  </a:cubicBezTo>
                  <a:cubicBezTo>
                    <a:pt x="16064" y="17321"/>
                    <a:pt x="17563" y="17127"/>
                    <a:pt x="19028" y="16736"/>
                  </a:cubicBezTo>
                  <a:cubicBezTo>
                    <a:pt x="23922" y="15429"/>
                    <a:pt x="28056" y="9502"/>
                    <a:pt x="27812" y="4487"/>
                  </a:cubicBezTo>
                  <a:cubicBezTo>
                    <a:pt x="27752" y="3727"/>
                    <a:pt x="27600" y="2906"/>
                    <a:pt x="27022" y="2390"/>
                  </a:cubicBezTo>
                  <a:cubicBezTo>
                    <a:pt x="26688" y="2086"/>
                    <a:pt x="26232" y="1964"/>
                    <a:pt x="25806" y="1812"/>
                  </a:cubicBezTo>
                  <a:cubicBezTo>
                    <a:pt x="21735" y="602"/>
                    <a:pt x="17487" y="0"/>
                    <a:pt x="132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3"/>
            <p:cNvSpPr/>
            <p:nvPr/>
          </p:nvSpPr>
          <p:spPr>
            <a:xfrm>
              <a:off x="6110550" y="2659150"/>
              <a:ext cx="150500" cy="347300"/>
            </a:xfrm>
            <a:custGeom>
              <a:avLst/>
              <a:gdLst/>
              <a:ahLst/>
              <a:cxnLst/>
              <a:rect l="l" t="t" r="r" b="b"/>
              <a:pathLst>
                <a:path w="6020" h="13892" fill="none" extrusionOk="0">
                  <a:moveTo>
                    <a:pt x="1" y="13891"/>
                  </a:moveTo>
                  <a:lnTo>
                    <a:pt x="6019" y="0"/>
                  </a:ln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53"/>
            <p:cNvSpPr/>
            <p:nvPr/>
          </p:nvSpPr>
          <p:spPr>
            <a:xfrm>
              <a:off x="4361300" y="2956250"/>
              <a:ext cx="134525" cy="158100"/>
            </a:xfrm>
            <a:custGeom>
              <a:avLst/>
              <a:gdLst/>
              <a:ahLst/>
              <a:cxnLst/>
              <a:rect l="l" t="t" r="r" b="b"/>
              <a:pathLst>
                <a:path w="5381" h="6324" extrusionOk="0">
                  <a:moveTo>
                    <a:pt x="0" y="1"/>
                  </a:moveTo>
                  <a:lnTo>
                    <a:pt x="0" y="6323"/>
                  </a:lnTo>
                  <a:lnTo>
                    <a:pt x="5380" y="30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53"/>
            <p:cNvSpPr/>
            <p:nvPr/>
          </p:nvSpPr>
          <p:spPr>
            <a:xfrm>
              <a:off x="4519350" y="3694875"/>
              <a:ext cx="1229525" cy="1535750"/>
            </a:xfrm>
            <a:custGeom>
              <a:avLst/>
              <a:gdLst/>
              <a:ahLst/>
              <a:cxnLst/>
              <a:rect l="l" t="t" r="r" b="b"/>
              <a:pathLst>
                <a:path w="49181" h="61430" extrusionOk="0">
                  <a:moveTo>
                    <a:pt x="24013" y="0"/>
                  </a:moveTo>
                  <a:cubicBezTo>
                    <a:pt x="10730" y="0"/>
                    <a:pt x="0" y="10760"/>
                    <a:pt x="0" y="24013"/>
                  </a:cubicBezTo>
                  <a:lnTo>
                    <a:pt x="0" y="61430"/>
                  </a:lnTo>
                  <a:lnTo>
                    <a:pt x="49181" y="61430"/>
                  </a:lnTo>
                  <a:lnTo>
                    <a:pt x="49181" y="24013"/>
                  </a:lnTo>
                  <a:cubicBezTo>
                    <a:pt x="49181" y="10760"/>
                    <a:pt x="38451" y="0"/>
                    <a:pt x="2516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53"/>
          <p:cNvGrpSpPr/>
          <p:nvPr/>
        </p:nvGrpSpPr>
        <p:grpSpPr>
          <a:xfrm>
            <a:off x="7401250" y="2735393"/>
            <a:ext cx="1671184" cy="2440924"/>
            <a:chOff x="6795049" y="1179275"/>
            <a:chExt cx="1268451" cy="1852694"/>
          </a:xfrm>
        </p:grpSpPr>
        <p:sp>
          <p:nvSpPr>
            <p:cNvPr id="871" name="Google Shape;871;p53"/>
            <p:cNvSpPr/>
            <p:nvPr/>
          </p:nvSpPr>
          <p:spPr>
            <a:xfrm flipH="1">
              <a:off x="7005588" y="1179275"/>
              <a:ext cx="520739" cy="924305"/>
            </a:xfrm>
            <a:custGeom>
              <a:avLst/>
              <a:gdLst/>
              <a:ahLst/>
              <a:cxnLst/>
              <a:rect l="l" t="t" r="r" b="b"/>
              <a:pathLst>
                <a:path w="16559" h="29392" extrusionOk="0">
                  <a:moveTo>
                    <a:pt x="8501" y="4644"/>
                  </a:moveTo>
                  <a:cubicBezTo>
                    <a:pt x="8562" y="4644"/>
                    <a:pt x="8636" y="4667"/>
                    <a:pt x="8724" y="4719"/>
                  </a:cubicBezTo>
                  <a:cubicBezTo>
                    <a:pt x="8937" y="4841"/>
                    <a:pt x="8998" y="5084"/>
                    <a:pt x="9059" y="5297"/>
                  </a:cubicBezTo>
                  <a:cubicBezTo>
                    <a:pt x="9211" y="5874"/>
                    <a:pt x="9302" y="6452"/>
                    <a:pt x="9332" y="6999"/>
                  </a:cubicBezTo>
                  <a:cubicBezTo>
                    <a:pt x="9332" y="7090"/>
                    <a:pt x="9332" y="7364"/>
                    <a:pt x="9271" y="7576"/>
                  </a:cubicBezTo>
                  <a:cubicBezTo>
                    <a:pt x="9252" y="7733"/>
                    <a:pt x="9195" y="7852"/>
                    <a:pt x="9100" y="7852"/>
                  </a:cubicBezTo>
                  <a:cubicBezTo>
                    <a:pt x="9047" y="7852"/>
                    <a:pt x="8983" y="7815"/>
                    <a:pt x="8907" y="7728"/>
                  </a:cubicBezTo>
                  <a:cubicBezTo>
                    <a:pt x="8420" y="7242"/>
                    <a:pt x="8299" y="6543"/>
                    <a:pt x="8268" y="5874"/>
                  </a:cubicBezTo>
                  <a:cubicBezTo>
                    <a:pt x="8242" y="5637"/>
                    <a:pt x="8101" y="4644"/>
                    <a:pt x="8501" y="4644"/>
                  </a:cubicBezTo>
                  <a:close/>
                  <a:moveTo>
                    <a:pt x="12372" y="12501"/>
                  </a:moveTo>
                  <a:cubicBezTo>
                    <a:pt x="12493" y="12501"/>
                    <a:pt x="12585" y="12531"/>
                    <a:pt x="12645" y="12653"/>
                  </a:cubicBezTo>
                  <a:cubicBezTo>
                    <a:pt x="12676" y="12713"/>
                    <a:pt x="12676" y="12865"/>
                    <a:pt x="12615" y="12926"/>
                  </a:cubicBezTo>
                  <a:cubicBezTo>
                    <a:pt x="11825" y="13686"/>
                    <a:pt x="10761" y="14081"/>
                    <a:pt x="9697" y="14081"/>
                  </a:cubicBezTo>
                  <a:cubicBezTo>
                    <a:pt x="9484" y="14081"/>
                    <a:pt x="9393" y="13747"/>
                    <a:pt x="9575" y="13625"/>
                  </a:cubicBezTo>
                  <a:cubicBezTo>
                    <a:pt x="9636" y="13595"/>
                    <a:pt x="9697" y="13564"/>
                    <a:pt x="9758" y="13504"/>
                  </a:cubicBezTo>
                  <a:cubicBezTo>
                    <a:pt x="9788" y="13443"/>
                    <a:pt x="9819" y="13382"/>
                    <a:pt x="9910" y="13321"/>
                  </a:cubicBezTo>
                  <a:cubicBezTo>
                    <a:pt x="10609" y="12956"/>
                    <a:pt x="11399" y="12561"/>
                    <a:pt x="12189" y="12501"/>
                  </a:cubicBezTo>
                  <a:close/>
                  <a:moveTo>
                    <a:pt x="4855" y="12077"/>
                  </a:moveTo>
                  <a:cubicBezTo>
                    <a:pt x="4939" y="12077"/>
                    <a:pt x="5024" y="12087"/>
                    <a:pt x="5107" y="12105"/>
                  </a:cubicBezTo>
                  <a:cubicBezTo>
                    <a:pt x="5350" y="12197"/>
                    <a:pt x="5563" y="12349"/>
                    <a:pt x="5746" y="12561"/>
                  </a:cubicBezTo>
                  <a:cubicBezTo>
                    <a:pt x="6232" y="13139"/>
                    <a:pt x="6475" y="13899"/>
                    <a:pt x="6566" y="14659"/>
                  </a:cubicBezTo>
                  <a:cubicBezTo>
                    <a:pt x="6597" y="15054"/>
                    <a:pt x="6566" y="15449"/>
                    <a:pt x="6384" y="15753"/>
                  </a:cubicBezTo>
                  <a:cubicBezTo>
                    <a:pt x="6170" y="16087"/>
                    <a:pt x="5968" y="16221"/>
                    <a:pt x="5782" y="16221"/>
                  </a:cubicBezTo>
                  <a:cubicBezTo>
                    <a:pt x="5119" y="16221"/>
                    <a:pt x="4648" y="14525"/>
                    <a:pt x="4530" y="14051"/>
                  </a:cubicBezTo>
                  <a:cubicBezTo>
                    <a:pt x="4439" y="13656"/>
                    <a:pt x="3983" y="12592"/>
                    <a:pt x="4347" y="12257"/>
                  </a:cubicBezTo>
                  <a:cubicBezTo>
                    <a:pt x="4474" y="12130"/>
                    <a:pt x="4661" y="12077"/>
                    <a:pt x="4855" y="12077"/>
                  </a:cubicBezTo>
                  <a:close/>
                  <a:moveTo>
                    <a:pt x="13172" y="0"/>
                  </a:moveTo>
                  <a:cubicBezTo>
                    <a:pt x="12729" y="0"/>
                    <a:pt x="12240" y="117"/>
                    <a:pt x="11703" y="373"/>
                  </a:cubicBezTo>
                  <a:cubicBezTo>
                    <a:pt x="11764" y="677"/>
                    <a:pt x="11825" y="950"/>
                    <a:pt x="11916" y="1224"/>
                  </a:cubicBezTo>
                  <a:cubicBezTo>
                    <a:pt x="11977" y="1558"/>
                    <a:pt x="12037" y="1893"/>
                    <a:pt x="12037" y="2227"/>
                  </a:cubicBezTo>
                  <a:cubicBezTo>
                    <a:pt x="12037" y="2409"/>
                    <a:pt x="12007" y="2592"/>
                    <a:pt x="11977" y="2774"/>
                  </a:cubicBezTo>
                  <a:cubicBezTo>
                    <a:pt x="11916" y="2987"/>
                    <a:pt x="11855" y="3139"/>
                    <a:pt x="11642" y="3200"/>
                  </a:cubicBezTo>
                  <a:cubicBezTo>
                    <a:pt x="11618" y="3208"/>
                    <a:pt x="11591" y="3211"/>
                    <a:pt x="11565" y="3211"/>
                  </a:cubicBezTo>
                  <a:cubicBezTo>
                    <a:pt x="11492" y="3211"/>
                    <a:pt x="11421" y="3183"/>
                    <a:pt x="11399" y="3139"/>
                  </a:cubicBezTo>
                  <a:cubicBezTo>
                    <a:pt x="10913" y="2531"/>
                    <a:pt x="10761" y="1771"/>
                    <a:pt x="10670" y="1011"/>
                  </a:cubicBezTo>
                  <a:cubicBezTo>
                    <a:pt x="10487" y="1133"/>
                    <a:pt x="10274" y="1285"/>
                    <a:pt x="10092" y="1467"/>
                  </a:cubicBezTo>
                  <a:cubicBezTo>
                    <a:pt x="6779" y="4263"/>
                    <a:pt x="4439" y="8032"/>
                    <a:pt x="2888" y="12166"/>
                  </a:cubicBezTo>
                  <a:cubicBezTo>
                    <a:pt x="1885" y="14841"/>
                    <a:pt x="1247" y="17607"/>
                    <a:pt x="882" y="20434"/>
                  </a:cubicBezTo>
                  <a:cubicBezTo>
                    <a:pt x="609" y="22653"/>
                    <a:pt x="1" y="25875"/>
                    <a:pt x="669" y="28063"/>
                  </a:cubicBezTo>
                  <a:cubicBezTo>
                    <a:pt x="821" y="28580"/>
                    <a:pt x="1217" y="29066"/>
                    <a:pt x="1733" y="29188"/>
                  </a:cubicBezTo>
                  <a:cubicBezTo>
                    <a:pt x="1801" y="29203"/>
                    <a:pt x="1869" y="29210"/>
                    <a:pt x="1938" y="29210"/>
                  </a:cubicBezTo>
                  <a:cubicBezTo>
                    <a:pt x="2428" y="29210"/>
                    <a:pt x="2919" y="28847"/>
                    <a:pt x="2919" y="28367"/>
                  </a:cubicBezTo>
                  <a:cubicBezTo>
                    <a:pt x="2983" y="29101"/>
                    <a:pt x="3448" y="29391"/>
                    <a:pt x="3978" y="29391"/>
                  </a:cubicBezTo>
                  <a:cubicBezTo>
                    <a:pt x="4457" y="29391"/>
                    <a:pt x="4988" y="29154"/>
                    <a:pt x="5320" y="28793"/>
                  </a:cubicBezTo>
                  <a:cubicBezTo>
                    <a:pt x="10700" y="22926"/>
                    <a:pt x="14469" y="15601"/>
                    <a:pt x="16110" y="7820"/>
                  </a:cubicBezTo>
                  <a:lnTo>
                    <a:pt x="16110" y="7820"/>
                  </a:lnTo>
                  <a:cubicBezTo>
                    <a:pt x="14834" y="8367"/>
                    <a:pt x="13557" y="8853"/>
                    <a:pt x="12189" y="9005"/>
                  </a:cubicBezTo>
                  <a:cubicBezTo>
                    <a:pt x="12178" y="9007"/>
                    <a:pt x="12167" y="9007"/>
                    <a:pt x="12157" y="9007"/>
                  </a:cubicBezTo>
                  <a:cubicBezTo>
                    <a:pt x="11959" y="9007"/>
                    <a:pt x="11802" y="8752"/>
                    <a:pt x="11946" y="8580"/>
                  </a:cubicBezTo>
                  <a:cubicBezTo>
                    <a:pt x="12645" y="7728"/>
                    <a:pt x="13740" y="7181"/>
                    <a:pt x="14773" y="6786"/>
                  </a:cubicBezTo>
                  <a:cubicBezTo>
                    <a:pt x="15290" y="6573"/>
                    <a:pt x="15806" y="6421"/>
                    <a:pt x="16354" y="6269"/>
                  </a:cubicBezTo>
                  <a:cubicBezTo>
                    <a:pt x="16558" y="3253"/>
                    <a:pt x="15516" y="0"/>
                    <a:pt x="1317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3"/>
            <p:cNvSpPr/>
            <p:nvPr/>
          </p:nvSpPr>
          <p:spPr>
            <a:xfrm flipH="1">
              <a:off x="7499521" y="1715976"/>
              <a:ext cx="563979" cy="634642"/>
            </a:xfrm>
            <a:custGeom>
              <a:avLst/>
              <a:gdLst/>
              <a:ahLst/>
              <a:cxnLst/>
              <a:rect l="l" t="t" r="r" b="b"/>
              <a:pathLst>
                <a:path w="17934" h="20181" extrusionOk="0">
                  <a:moveTo>
                    <a:pt x="2918" y="3184"/>
                  </a:moveTo>
                  <a:cubicBezTo>
                    <a:pt x="3496" y="3184"/>
                    <a:pt x="4134" y="3367"/>
                    <a:pt x="4590" y="3762"/>
                  </a:cubicBezTo>
                  <a:cubicBezTo>
                    <a:pt x="4681" y="3853"/>
                    <a:pt x="4712" y="4036"/>
                    <a:pt x="4651" y="4127"/>
                  </a:cubicBezTo>
                  <a:cubicBezTo>
                    <a:pt x="4590" y="4279"/>
                    <a:pt x="4469" y="4339"/>
                    <a:pt x="4317" y="4339"/>
                  </a:cubicBezTo>
                  <a:cubicBezTo>
                    <a:pt x="3982" y="4339"/>
                    <a:pt x="3648" y="4248"/>
                    <a:pt x="3344" y="4096"/>
                  </a:cubicBezTo>
                  <a:cubicBezTo>
                    <a:pt x="3131" y="3975"/>
                    <a:pt x="2918" y="3823"/>
                    <a:pt x="2706" y="3701"/>
                  </a:cubicBezTo>
                  <a:cubicBezTo>
                    <a:pt x="2614" y="3640"/>
                    <a:pt x="2523" y="3549"/>
                    <a:pt x="2493" y="3458"/>
                  </a:cubicBezTo>
                  <a:cubicBezTo>
                    <a:pt x="2493" y="3367"/>
                    <a:pt x="2554" y="3276"/>
                    <a:pt x="2645" y="3245"/>
                  </a:cubicBezTo>
                  <a:cubicBezTo>
                    <a:pt x="2706" y="3184"/>
                    <a:pt x="2827" y="3184"/>
                    <a:pt x="2918" y="3184"/>
                  </a:cubicBezTo>
                  <a:close/>
                  <a:moveTo>
                    <a:pt x="8471" y="2373"/>
                  </a:moveTo>
                  <a:cubicBezTo>
                    <a:pt x="8569" y="2373"/>
                    <a:pt x="8671" y="2421"/>
                    <a:pt x="8785" y="2516"/>
                  </a:cubicBezTo>
                  <a:cubicBezTo>
                    <a:pt x="9180" y="2911"/>
                    <a:pt x="9636" y="3701"/>
                    <a:pt x="9666" y="4279"/>
                  </a:cubicBezTo>
                  <a:cubicBezTo>
                    <a:pt x="9697" y="5039"/>
                    <a:pt x="9119" y="6011"/>
                    <a:pt x="8815" y="6710"/>
                  </a:cubicBezTo>
                  <a:cubicBezTo>
                    <a:pt x="8730" y="6881"/>
                    <a:pt x="8618" y="7078"/>
                    <a:pt x="8455" y="7078"/>
                  </a:cubicBezTo>
                  <a:cubicBezTo>
                    <a:pt x="8443" y="7078"/>
                    <a:pt x="8432" y="7077"/>
                    <a:pt x="8420" y="7075"/>
                  </a:cubicBezTo>
                  <a:cubicBezTo>
                    <a:pt x="8238" y="7075"/>
                    <a:pt x="8146" y="6893"/>
                    <a:pt x="8086" y="6741"/>
                  </a:cubicBezTo>
                  <a:cubicBezTo>
                    <a:pt x="7751" y="5890"/>
                    <a:pt x="7630" y="4978"/>
                    <a:pt x="7690" y="4066"/>
                  </a:cubicBezTo>
                  <a:cubicBezTo>
                    <a:pt x="7721" y="3853"/>
                    <a:pt x="7903" y="2668"/>
                    <a:pt x="8298" y="2425"/>
                  </a:cubicBezTo>
                  <a:cubicBezTo>
                    <a:pt x="8355" y="2390"/>
                    <a:pt x="8412" y="2373"/>
                    <a:pt x="8471" y="2373"/>
                  </a:cubicBezTo>
                  <a:close/>
                  <a:moveTo>
                    <a:pt x="5100" y="6966"/>
                  </a:moveTo>
                  <a:cubicBezTo>
                    <a:pt x="5215" y="6966"/>
                    <a:pt x="5330" y="6973"/>
                    <a:pt x="5441" y="6984"/>
                  </a:cubicBezTo>
                  <a:cubicBezTo>
                    <a:pt x="5745" y="7014"/>
                    <a:pt x="6019" y="7045"/>
                    <a:pt x="6323" y="7105"/>
                  </a:cubicBezTo>
                  <a:cubicBezTo>
                    <a:pt x="6627" y="7136"/>
                    <a:pt x="7599" y="7501"/>
                    <a:pt x="6991" y="7926"/>
                  </a:cubicBezTo>
                  <a:cubicBezTo>
                    <a:pt x="6775" y="8062"/>
                    <a:pt x="6491" y="8119"/>
                    <a:pt x="6185" y="8119"/>
                  </a:cubicBezTo>
                  <a:cubicBezTo>
                    <a:pt x="5804" y="8119"/>
                    <a:pt x="5386" y="8031"/>
                    <a:pt x="5016" y="7896"/>
                  </a:cubicBezTo>
                  <a:cubicBezTo>
                    <a:pt x="4742" y="7805"/>
                    <a:pt x="4499" y="7683"/>
                    <a:pt x="4347" y="7592"/>
                  </a:cubicBezTo>
                  <a:cubicBezTo>
                    <a:pt x="4317" y="7561"/>
                    <a:pt x="4286" y="7531"/>
                    <a:pt x="4256" y="7501"/>
                  </a:cubicBezTo>
                  <a:cubicBezTo>
                    <a:pt x="4195" y="7440"/>
                    <a:pt x="4195" y="7318"/>
                    <a:pt x="4256" y="7227"/>
                  </a:cubicBezTo>
                  <a:cubicBezTo>
                    <a:pt x="4317" y="7136"/>
                    <a:pt x="4408" y="7105"/>
                    <a:pt x="4529" y="7045"/>
                  </a:cubicBezTo>
                  <a:cubicBezTo>
                    <a:pt x="4703" y="6987"/>
                    <a:pt x="4901" y="6966"/>
                    <a:pt x="5100" y="6966"/>
                  </a:cubicBezTo>
                  <a:close/>
                  <a:moveTo>
                    <a:pt x="11850" y="7285"/>
                  </a:moveTo>
                  <a:cubicBezTo>
                    <a:pt x="11852" y="7285"/>
                    <a:pt x="11854" y="7286"/>
                    <a:pt x="11855" y="7288"/>
                  </a:cubicBezTo>
                  <a:cubicBezTo>
                    <a:pt x="12067" y="7592"/>
                    <a:pt x="12128" y="7896"/>
                    <a:pt x="12098" y="8200"/>
                  </a:cubicBezTo>
                  <a:cubicBezTo>
                    <a:pt x="12067" y="8808"/>
                    <a:pt x="11703" y="9355"/>
                    <a:pt x="11399" y="9871"/>
                  </a:cubicBezTo>
                  <a:cubicBezTo>
                    <a:pt x="11247" y="9871"/>
                    <a:pt x="11156" y="9719"/>
                    <a:pt x="11125" y="9568"/>
                  </a:cubicBezTo>
                  <a:cubicBezTo>
                    <a:pt x="11064" y="9112"/>
                    <a:pt x="11095" y="8656"/>
                    <a:pt x="11247" y="8230"/>
                  </a:cubicBezTo>
                  <a:cubicBezTo>
                    <a:pt x="11276" y="8142"/>
                    <a:pt x="11790" y="7285"/>
                    <a:pt x="11850" y="7285"/>
                  </a:cubicBezTo>
                  <a:close/>
                  <a:moveTo>
                    <a:pt x="7052" y="10305"/>
                  </a:moveTo>
                  <a:cubicBezTo>
                    <a:pt x="7455" y="10305"/>
                    <a:pt x="7858" y="10373"/>
                    <a:pt x="8238" y="10479"/>
                  </a:cubicBezTo>
                  <a:cubicBezTo>
                    <a:pt x="9058" y="10723"/>
                    <a:pt x="9849" y="11148"/>
                    <a:pt x="10456" y="11756"/>
                  </a:cubicBezTo>
                  <a:cubicBezTo>
                    <a:pt x="10578" y="11908"/>
                    <a:pt x="10608" y="12090"/>
                    <a:pt x="10487" y="12273"/>
                  </a:cubicBezTo>
                  <a:cubicBezTo>
                    <a:pt x="10418" y="12341"/>
                    <a:pt x="10316" y="12375"/>
                    <a:pt x="10205" y="12375"/>
                  </a:cubicBezTo>
                  <a:cubicBezTo>
                    <a:pt x="10168" y="12375"/>
                    <a:pt x="10130" y="12371"/>
                    <a:pt x="10092" y="12364"/>
                  </a:cubicBezTo>
                  <a:cubicBezTo>
                    <a:pt x="9930" y="12391"/>
                    <a:pt x="9766" y="12403"/>
                    <a:pt x="9602" y="12403"/>
                  </a:cubicBezTo>
                  <a:cubicBezTo>
                    <a:pt x="9029" y="12403"/>
                    <a:pt x="8454" y="12256"/>
                    <a:pt x="7934" y="12090"/>
                  </a:cubicBezTo>
                  <a:cubicBezTo>
                    <a:pt x="7204" y="11878"/>
                    <a:pt x="6475" y="11604"/>
                    <a:pt x="5836" y="11209"/>
                  </a:cubicBezTo>
                  <a:cubicBezTo>
                    <a:pt x="5563" y="11026"/>
                    <a:pt x="5593" y="10662"/>
                    <a:pt x="5867" y="10540"/>
                  </a:cubicBezTo>
                  <a:cubicBezTo>
                    <a:pt x="6247" y="10373"/>
                    <a:pt x="6649" y="10305"/>
                    <a:pt x="7052" y="10305"/>
                  </a:cubicBezTo>
                  <a:close/>
                  <a:moveTo>
                    <a:pt x="16759" y="15071"/>
                  </a:moveTo>
                  <a:cubicBezTo>
                    <a:pt x="16875" y="15071"/>
                    <a:pt x="16973" y="15137"/>
                    <a:pt x="17022" y="15312"/>
                  </a:cubicBezTo>
                  <a:cubicBezTo>
                    <a:pt x="17052" y="15434"/>
                    <a:pt x="17022" y="15555"/>
                    <a:pt x="16992" y="15677"/>
                  </a:cubicBezTo>
                  <a:cubicBezTo>
                    <a:pt x="16961" y="15799"/>
                    <a:pt x="16931" y="15890"/>
                    <a:pt x="16900" y="16011"/>
                  </a:cubicBezTo>
                  <a:cubicBezTo>
                    <a:pt x="16779" y="16315"/>
                    <a:pt x="16596" y="16589"/>
                    <a:pt x="16384" y="16832"/>
                  </a:cubicBezTo>
                  <a:cubicBezTo>
                    <a:pt x="16384" y="16862"/>
                    <a:pt x="16353" y="16893"/>
                    <a:pt x="16323" y="16893"/>
                  </a:cubicBezTo>
                  <a:cubicBezTo>
                    <a:pt x="16292" y="16893"/>
                    <a:pt x="16262" y="16862"/>
                    <a:pt x="16262" y="16862"/>
                  </a:cubicBezTo>
                  <a:cubicBezTo>
                    <a:pt x="16080" y="16710"/>
                    <a:pt x="15988" y="16467"/>
                    <a:pt x="15958" y="16255"/>
                  </a:cubicBezTo>
                  <a:cubicBezTo>
                    <a:pt x="15958" y="16011"/>
                    <a:pt x="16019" y="15768"/>
                    <a:pt x="16110" y="15555"/>
                  </a:cubicBezTo>
                  <a:cubicBezTo>
                    <a:pt x="16193" y="15369"/>
                    <a:pt x="16514" y="15071"/>
                    <a:pt x="16759" y="15071"/>
                  </a:cubicBezTo>
                  <a:close/>
                  <a:moveTo>
                    <a:pt x="9544" y="17105"/>
                  </a:moveTo>
                  <a:cubicBezTo>
                    <a:pt x="9544" y="17105"/>
                    <a:pt x="9544" y="17106"/>
                    <a:pt x="9545" y="17106"/>
                  </a:cubicBezTo>
                  <a:cubicBezTo>
                    <a:pt x="9544" y="17105"/>
                    <a:pt x="9544" y="17105"/>
                    <a:pt x="9544" y="17105"/>
                  </a:cubicBezTo>
                  <a:close/>
                  <a:moveTo>
                    <a:pt x="10578" y="17835"/>
                  </a:moveTo>
                  <a:cubicBezTo>
                    <a:pt x="10579" y="17836"/>
                    <a:pt x="10580" y="17836"/>
                    <a:pt x="10581" y="17837"/>
                  </a:cubicBezTo>
                  <a:lnTo>
                    <a:pt x="10581" y="17837"/>
                  </a:lnTo>
                  <a:cubicBezTo>
                    <a:pt x="10580" y="17836"/>
                    <a:pt x="10579" y="17836"/>
                    <a:pt x="10578" y="17835"/>
                  </a:cubicBezTo>
                  <a:close/>
                  <a:moveTo>
                    <a:pt x="5239" y="0"/>
                  </a:moveTo>
                  <a:cubicBezTo>
                    <a:pt x="4787" y="0"/>
                    <a:pt x="4317" y="56"/>
                    <a:pt x="3830" y="175"/>
                  </a:cubicBezTo>
                  <a:cubicBezTo>
                    <a:pt x="2706" y="449"/>
                    <a:pt x="1703" y="1057"/>
                    <a:pt x="1095" y="2060"/>
                  </a:cubicBezTo>
                  <a:cubicBezTo>
                    <a:pt x="0" y="3853"/>
                    <a:pt x="487" y="6224"/>
                    <a:pt x="1459" y="8139"/>
                  </a:cubicBezTo>
                  <a:cubicBezTo>
                    <a:pt x="3131" y="11482"/>
                    <a:pt x="6444" y="14644"/>
                    <a:pt x="9362" y="16984"/>
                  </a:cubicBezTo>
                  <a:cubicBezTo>
                    <a:pt x="9423" y="17045"/>
                    <a:pt x="9483" y="17075"/>
                    <a:pt x="9544" y="17105"/>
                  </a:cubicBezTo>
                  <a:lnTo>
                    <a:pt x="9544" y="17105"/>
                  </a:lnTo>
                  <a:cubicBezTo>
                    <a:pt x="9550" y="17094"/>
                    <a:pt x="10336" y="16832"/>
                    <a:pt x="10365" y="16832"/>
                  </a:cubicBezTo>
                  <a:cubicBezTo>
                    <a:pt x="10791" y="16771"/>
                    <a:pt x="11216" y="16710"/>
                    <a:pt x="11642" y="16680"/>
                  </a:cubicBezTo>
                  <a:cubicBezTo>
                    <a:pt x="11824" y="16680"/>
                    <a:pt x="12037" y="16680"/>
                    <a:pt x="12159" y="16771"/>
                  </a:cubicBezTo>
                  <a:cubicBezTo>
                    <a:pt x="12767" y="17197"/>
                    <a:pt x="11551" y="17592"/>
                    <a:pt x="11277" y="17683"/>
                  </a:cubicBezTo>
                  <a:cubicBezTo>
                    <a:pt x="11199" y="17709"/>
                    <a:pt x="10807" y="17847"/>
                    <a:pt x="10640" y="17847"/>
                  </a:cubicBezTo>
                  <a:cubicBezTo>
                    <a:pt x="10614" y="17847"/>
                    <a:pt x="10594" y="17844"/>
                    <a:pt x="10581" y="17837"/>
                  </a:cubicBezTo>
                  <a:lnTo>
                    <a:pt x="10581" y="17837"/>
                  </a:lnTo>
                  <a:cubicBezTo>
                    <a:pt x="11431" y="18353"/>
                    <a:pt x="12281" y="18839"/>
                    <a:pt x="13101" y="19385"/>
                  </a:cubicBezTo>
                  <a:cubicBezTo>
                    <a:pt x="13496" y="19689"/>
                    <a:pt x="13952" y="19963"/>
                    <a:pt x="14438" y="20115"/>
                  </a:cubicBezTo>
                  <a:cubicBezTo>
                    <a:pt x="14604" y="20156"/>
                    <a:pt x="14781" y="20180"/>
                    <a:pt x="14958" y="20180"/>
                  </a:cubicBezTo>
                  <a:cubicBezTo>
                    <a:pt x="15298" y="20180"/>
                    <a:pt x="15637" y="20092"/>
                    <a:pt x="15897" y="19872"/>
                  </a:cubicBezTo>
                  <a:cubicBezTo>
                    <a:pt x="16748" y="19112"/>
                    <a:pt x="15472" y="18443"/>
                    <a:pt x="16779" y="18048"/>
                  </a:cubicBezTo>
                  <a:cubicBezTo>
                    <a:pt x="17387" y="17896"/>
                    <a:pt x="17782" y="17258"/>
                    <a:pt x="17843" y="16619"/>
                  </a:cubicBezTo>
                  <a:cubicBezTo>
                    <a:pt x="17934" y="16011"/>
                    <a:pt x="17751" y="15373"/>
                    <a:pt x="17539" y="14765"/>
                  </a:cubicBezTo>
                  <a:cubicBezTo>
                    <a:pt x="16201" y="10905"/>
                    <a:pt x="13830" y="7470"/>
                    <a:pt x="11460" y="4096"/>
                  </a:cubicBezTo>
                  <a:cubicBezTo>
                    <a:pt x="9953" y="1915"/>
                    <a:pt x="7893" y="0"/>
                    <a:pt x="523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53"/>
            <p:cNvSpPr/>
            <p:nvPr/>
          </p:nvSpPr>
          <p:spPr>
            <a:xfrm flipH="1">
              <a:off x="6795049" y="1817172"/>
              <a:ext cx="639516" cy="653070"/>
            </a:xfrm>
            <a:custGeom>
              <a:avLst/>
              <a:gdLst/>
              <a:ahLst/>
              <a:cxnLst/>
              <a:rect l="l" t="t" r="r" b="b"/>
              <a:pathLst>
                <a:path w="20336" h="20767" extrusionOk="0">
                  <a:moveTo>
                    <a:pt x="16779" y="6714"/>
                  </a:moveTo>
                  <a:cubicBezTo>
                    <a:pt x="17022" y="6714"/>
                    <a:pt x="17296" y="6775"/>
                    <a:pt x="17417" y="6988"/>
                  </a:cubicBezTo>
                  <a:cubicBezTo>
                    <a:pt x="17569" y="7292"/>
                    <a:pt x="17235" y="7596"/>
                    <a:pt x="16931" y="7778"/>
                  </a:cubicBezTo>
                  <a:cubicBezTo>
                    <a:pt x="16901" y="7808"/>
                    <a:pt x="16901" y="7808"/>
                    <a:pt x="16870" y="7839"/>
                  </a:cubicBezTo>
                  <a:cubicBezTo>
                    <a:pt x="15958" y="8325"/>
                    <a:pt x="14986" y="8903"/>
                    <a:pt x="13952" y="9024"/>
                  </a:cubicBezTo>
                  <a:cubicBezTo>
                    <a:pt x="13853" y="9033"/>
                    <a:pt x="13699" y="9045"/>
                    <a:pt x="13529" y="9045"/>
                  </a:cubicBezTo>
                  <a:cubicBezTo>
                    <a:pt x="13127" y="9045"/>
                    <a:pt x="12630" y="8980"/>
                    <a:pt x="12524" y="8660"/>
                  </a:cubicBezTo>
                  <a:cubicBezTo>
                    <a:pt x="12341" y="8112"/>
                    <a:pt x="13253" y="7596"/>
                    <a:pt x="13618" y="7413"/>
                  </a:cubicBezTo>
                  <a:cubicBezTo>
                    <a:pt x="14591" y="6957"/>
                    <a:pt x="15685" y="6714"/>
                    <a:pt x="16779" y="6714"/>
                  </a:cubicBezTo>
                  <a:close/>
                  <a:moveTo>
                    <a:pt x="10927" y="5510"/>
                  </a:moveTo>
                  <a:cubicBezTo>
                    <a:pt x="10986" y="5510"/>
                    <a:pt x="11043" y="5524"/>
                    <a:pt x="11095" y="5559"/>
                  </a:cubicBezTo>
                  <a:cubicBezTo>
                    <a:pt x="11430" y="5802"/>
                    <a:pt x="11521" y="6198"/>
                    <a:pt x="11490" y="6653"/>
                  </a:cubicBezTo>
                  <a:cubicBezTo>
                    <a:pt x="11430" y="7565"/>
                    <a:pt x="10852" y="8720"/>
                    <a:pt x="10518" y="9146"/>
                  </a:cubicBezTo>
                  <a:cubicBezTo>
                    <a:pt x="10453" y="9253"/>
                    <a:pt x="10328" y="9361"/>
                    <a:pt x="10217" y="9361"/>
                  </a:cubicBezTo>
                  <a:cubicBezTo>
                    <a:pt x="10171" y="9361"/>
                    <a:pt x="10128" y="9342"/>
                    <a:pt x="10092" y="9298"/>
                  </a:cubicBezTo>
                  <a:cubicBezTo>
                    <a:pt x="10062" y="9267"/>
                    <a:pt x="10062" y="9207"/>
                    <a:pt x="10062" y="9146"/>
                  </a:cubicBezTo>
                  <a:cubicBezTo>
                    <a:pt x="10031" y="8872"/>
                    <a:pt x="10031" y="8416"/>
                    <a:pt x="10062" y="8295"/>
                  </a:cubicBezTo>
                  <a:cubicBezTo>
                    <a:pt x="10001" y="7444"/>
                    <a:pt x="9849" y="6380"/>
                    <a:pt x="10518" y="5711"/>
                  </a:cubicBezTo>
                  <a:cubicBezTo>
                    <a:pt x="10626" y="5603"/>
                    <a:pt x="10781" y="5510"/>
                    <a:pt x="10927" y="5510"/>
                  </a:cubicBezTo>
                  <a:close/>
                  <a:moveTo>
                    <a:pt x="9732" y="14091"/>
                  </a:moveTo>
                  <a:cubicBezTo>
                    <a:pt x="10332" y="14091"/>
                    <a:pt x="10997" y="14179"/>
                    <a:pt x="11034" y="14496"/>
                  </a:cubicBezTo>
                  <a:cubicBezTo>
                    <a:pt x="11065" y="14799"/>
                    <a:pt x="10761" y="15012"/>
                    <a:pt x="10305" y="15164"/>
                  </a:cubicBezTo>
                  <a:cubicBezTo>
                    <a:pt x="9515" y="15438"/>
                    <a:pt x="8329" y="15468"/>
                    <a:pt x="8056" y="15529"/>
                  </a:cubicBezTo>
                  <a:cubicBezTo>
                    <a:pt x="7630" y="15590"/>
                    <a:pt x="7204" y="15651"/>
                    <a:pt x="6809" y="15711"/>
                  </a:cubicBezTo>
                  <a:cubicBezTo>
                    <a:pt x="6718" y="15559"/>
                    <a:pt x="6870" y="15377"/>
                    <a:pt x="6992" y="15225"/>
                  </a:cubicBezTo>
                  <a:cubicBezTo>
                    <a:pt x="7539" y="14769"/>
                    <a:pt x="8147" y="14374"/>
                    <a:pt x="8846" y="14161"/>
                  </a:cubicBezTo>
                  <a:cubicBezTo>
                    <a:pt x="8999" y="14126"/>
                    <a:pt x="9353" y="14091"/>
                    <a:pt x="9732" y="14091"/>
                  </a:cubicBezTo>
                  <a:close/>
                  <a:moveTo>
                    <a:pt x="18891" y="0"/>
                  </a:moveTo>
                  <a:cubicBezTo>
                    <a:pt x="18590" y="0"/>
                    <a:pt x="18276" y="71"/>
                    <a:pt x="17995" y="149"/>
                  </a:cubicBezTo>
                  <a:cubicBezTo>
                    <a:pt x="16931" y="453"/>
                    <a:pt x="15898" y="818"/>
                    <a:pt x="14895" y="1273"/>
                  </a:cubicBezTo>
                  <a:cubicBezTo>
                    <a:pt x="14864" y="1273"/>
                    <a:pt x="15168" y="3918"/>
                    <a:pt x="15047" y="4252"/>
                  </a:cubicBezTo>
                  <a:cubicBezTo>
                    <a:pt x="14940" y="4549"/>
                    <a:pt x="14493" y="4921"/>
                    <a:pt x="14109" y="4921"/>
                  </a:cubicBezTo>
                  <a:cubicBezTo>
                    <a:pt x="13943" y="4921"/>
                    <a:pt x="13789" y="4852"/>
                    <a:pt x="13679" y="4678"/>
                  </a:cubicBezTo>
                  <a:cubicBezTo>
                    <a:pt x="13588" y="4526"/>
                    <a:pt x="13588" y="4343"/>
                    <a:pt x="13588" y="4161"/>
                  </a:cubicBezTo>
                  <a:cubicBezTo>
                    <a:pt x="13618" y="3462"/>
                    <a:pt x="13679" y="2732"/>
                    <a:pt x="13648" y="2003"/>
                  </a:cubicBezTo>
                  <a:lnTo>
                    <a:pt x="13648" y="2003"/>
                  </a:lnTo>
                  <a:cubicBezTo>
                    <a:pt x="10852" y="3219"/>
                    <a:pt x="8420" y="5134"/>
                    <a:pt x="6353" y="7413"/>
                  </a:cubicBezTo>
                  <a:cubicBezTo>
                    <a:pt x="5867" y="7991"/>
                    <a:pt x="4773" y="8903"/>
                    <a:pt x="4803" y="9693"/>
                  </a:cubicBezTo>
                  <a:cubicBezTo>
                    <a:pt x="4803" y="10149"/>
                    <a:pt x="5168" y="10726"/>
                    <a:pt x="5229" y="11213"/>
                  </a:cubicBezTo>
                  <a:cubicBezTo>
                    <a:pt x="5290" y="11760"/>
                    <a:pt x="5290" y="12337"/>
                    <a:pt x="5198" y="12885"/>
                  </a:cubicBezTo>
                  <a:cubicBezTo>
                    <a:pt x="5198" y="13006"/>
                    <a:pt x="5138" y="13158"/>
                    <a:pt x="5016" y="13189"/>
                  </a:cubicBezTo>
                  <a:cubicBezTo>
                    <a:pt x="4997" y="13195"/>
                    <a:pt x="4978" y="13198"/>
                    <a:pt x="4959" y="13198"/>
                  </a:cubicBezTo>
                  <a:cubicBezTo>
                    <a:pt x="4803" y="13198"/>
                    <a:pt x="4678" y="12984"/>
                    <a:pt x="4651" y="12793"/>
                  </a:cubicBezTo>
                  <a:cubicBezTo>
                    <a:pt x="4499" y="11973"/>
                    <a:pt x="4469" y="11152"/>
                    <a:pt x="4378" y="10301"/>
                  </a:cubicBezTo>
                  <a:cubicBezTo>
                    <a:pt x="2584" y="12094"/>
                    <a:pt x="1642" y="15012"/>
                    <a:pt x="1065" y="17413"/>
                  </a:cubicBezTo>
                  <a:cubicBezTo>
                    <a:pt x="943" y="17991"/>
                    <a:pt x="1" y="20392"/>
                    <a:pt x="578" y="20757"/>
                  </a:cubicBezTo>
                  <a:cubicBezTo>
                    <a:pt x="589" y="20764"/>
                    <a:pt x="607" y="20767"/>
                    <a:pt x="631" y="20767"/>
                  </a:cubicBezTo>
                  <a:cubicBezTo>
                    <a:pt x="1156" y="20767"/>
                    <a:pt x="4710" y="19260"/>
                    <a:pt x="5320" y="19085"/>
                  </a:cubicBezTo>
                  <a:cubicBezTo>
                    <a:pt x="8572" y="18295"/>
                    <a:pt x="11733" y="16532"/>
                    <a:pt x="13983" y="13766"/>
                  </a:cubicBezTo>
                  <a:cubicBezTo>
                    <a:pt x="15351" y="12094"/>
                    <a:pt x="16658" y="10301"/>
                    <a:pt x="17721" y="8386"/>
                  </a:cubicBezTo>
                  <a:cubicBezTo>
                    <a:pt x="18572" y="6836"/>
                    <a:pt x="20031" y="4313"/>
                    <a:pt x="19880" y="2520"/>
                  </a:cubicBezTo>
                  <a:cubicBezTo>
                    <a:pt x="19606" y="2520"/>
                    <a:pt x="19302" y="2611"/>
                    <a:pt x="18998" y="2732"/>
                  </a:cubicBezTo>
                  <a:cubicBezTo>
                    <a:pt x="18694" y="2854"/>
                    <a:pt x="18390" y="2976"/>
                    <a:pt x="18025" y="2976"/>
                  </a:cubicBezTo>
                  <a:cubicBezTo>
                    <a:pt x="17995" y="2976"/>
                    <a:pt x="17934" y="2976"/>
                    <a:pt x="17904" y="2945"/>
                  </a:cubicBezTo>
                  <a:cubicBezTo>
                    <a:pt x="17843" y="2915"/>
                    <a:pt x="17843" y="2854"/>
                    <a:pt x="17843" y="2824"/>
                  </a:cubicBezTo>
                  <a:cubicBezTo>
                    <a:pt x="17813" y="2398"/>
                    <a:pt x="18177" y="2033"/>
                    <a:pt x="18572" y="1881"/>
                  </a:cubicBezTo>
                  <a:cubicBezTo>
                    <a:pt x="18876" y="1729"/>
                    <a:pt x="19849" y="1760"/>
                    <a:pt x="20062" y="1547"/>
                  </a:cubicBezTo>
                  <a:cubicBezTo>
                    <a:pt x="20335" y="1243"/>
                    <a:pt x="19940" y="453"/>
                    <a:pt x="19667" y="240"/>
                  </a:cubicBezTo>
                  <a:cubicBezTo>
                    <a:pt x="19445" y="63"/>
                    <a:pt x="19174" y="0"/>
                    <a:pt x="1889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53"/>
            <p:cNvSpPr/>
            <p:nvPr/>
          </p:nvSpPr>
          <p:spPr>
            <a:xfrm flipH="1">
              <a:off x="7093297" y="2145853"/>
              <a:ext cx="366112" cy="535331"/>
            </a:xfrm>
            <a:custGeom>
              <a:avLst/>
              <a:gdLst/>
              <a:ahLst/>
              <a:cxnLst/>
              <a:rect l="l" t="t" r="r" b="b"/>
              <a:pathLst>
                <a:path w="11642" h="17023" fill="none" extrusionOk="0">
                  <a:moveTo>
                    <a:pt x="11642" y="1"/>
                  </a:moveTo>
                  <a:cubicBezTo>
                    <a:pt x="9423" y="1946"/>
                    <a:pt x="7235" y="3892"/>
                    <a:pt x="5046" y="5837"/>
                  </a:cubicBezTo>
                  <a:cubicBezTo>
                    <a:pt x="3861" y="6870"/>
                    <a:pt x="2675" y="7934"/>
                    <a:pt x="1855" y="9302"/>
                  </a:cubicBezTo>
                  <a:cubicBezTo>
                    <a:pt x="517" y="11551"/>
                    <a:pt x="244" y="14348"/>
                    <a:pt x="0" y="17022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53"/>
            <p:cNvSpPr/>
            <p:nvPr/>
          </p:nvSpPr>
          <p:spPr>
            <a:xfrm flipH="1">
              <a:off x="7489970" y="2073211"/>
              <a:ext cx="193119" cy="754205"/>
            </a:xfrm>
            <a:custGeom>
              <a:avLst/>
              <a:gdLst/>
              <a:ahLst/>
              <a:cxnLst/>
              <a:rect l="l" t="t" r="r" b="b"/>
              <a:pathLst>
                <a:path w="6141" h="23983" fill="none" extrusionOk="0">
                  <a:moveTo>
                    <a:pt x="1" y="1"/>
                  </a:moveTo>
                  <a:cubicBezTo>
                    <a:pt x="2828" y="4408"/>
                    <a:pt x="5563" y="9241"/>
                    <a:pt x="5928" y="14652"/>
                  </a:cubicBezTo>
                  <a:cubicBezTo>
                    <a:pt x="6141" y="17752"/>
                    <a:pt x="5533" y="20943"/>
                    <a:pt x="6110" y="23983"/>
                  </a:cubicBez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53"/>
            <p:cNvSpPr/>
            <p:nvPr/>
          </p:nvSpPr>
          <p:spPr>
            <a:xfrm flipH="1">
              <a:off x="7207985" y="1467233"/>
              <a:ext cx="270543" cy="1289473"/>
            </a:xfrm>
            <a:custGeom>
              <a:avLst/>
              <a:gdLst/>
              <a:ahLst/>
              <a:cxnLst/>
              <a:rect l="l" t="t" r="r" b="b"/>
              <a:pathLst>
                <a:path w="8603" h="41004" fill="none" extrusionOk="0">
                  <a:moveTo>
                    <a:pt x="8602" y="0"/>
                  </a:moveTo>
                  <a:cubicBezTo>
                    <a:pt x="6536" y="4620"/>
                    <a:pt x="1399" y="17660"/>
                    <a:pt x="639" y="22766"/>
                  </a:cubicBezTo>
                  <a:cubicBezTo>
                    <a:pt x="213" y="25441"/>
                    <a:pt x="183" y="28177"/>
                    <a:pt x="122" y="30882"/>
                  </a:cubicBezTo>
                  <a:lnTo>
                    <a:pt x="1" y="410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3"/>
            <p:cNvSpPr/>
            <p:nvPr/>
          </p:nvSpPr>
          <p:spPr>
            <a:xfrm flipH="1">
              <a:off x="7227099" y="2628560"/>
              <a:ext cx="484669" cy="403409"/>
            </a:xfrm>
            <a:custGeom>
              <a:avLst/>
              <a:gdLst/>
              <a:ahLst/>
              <a:cxnLst/>
              <a:rect l="l" t="t" r="r" b="b"/>
              <a:pathLst>
                <a:path w="15412" h="12828" extrusionOk="0">
                  <a:moveTo>
                    <a:pt x="1" y="1"/>
                  </a:moveTo>
                  <a:cubicBezTo>
                    <a:pt x="1" y="1"/>
                    <a:pt x="1065" y="12797"/>
                    <a:pt x="1065" y="12828"/>
                  </a:cubicBezTo>
                  <a:cubicBezTo>
                    <a:pt x="1065" y="12828"/>
                    <a:pt x="14500" y="12676"/>
                    <a:pt x="14530" y="12615"/>
                  </a:cubicBezTo>
                  <a:lnTo>
                    <a:pt x="15412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0" name="Image 49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41" y="515007"/>
            <a:ext cx="5377818" cy="4435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4"/>
          <p:cNvSpPr/>
          <p:nvPr/>
        </p:nvSpPr>
        <p:spPr>
          <a:xfrm>
            <a:off x="1027481" y="528992"/>
            <a:ext cx="2760300" cy="276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3" name="Google Shape;88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0953"/>
            <a:ext cx="3530700" cy="3530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85" name="Google Shape;885;p54"/>
          <p:cNvSpPr/>
          <p:nvPr/>
        </p:nvSpPr>
        <p:spPr>
          <a:xfrm>
            <a:off x="-376324" y="724525"/>
            <a:ext cx="3530700" cy="3530700"/>
          </a:xfrm>
          <a:prstGeom prst="ellipse">
            <a:avLst/>
          </a:prstGeom>
          <a:solidFill>
            <a:srgbClr val="8E7CC3">
              <a:alpha val="9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6" name="Google Shape;886;p54"/>
          <p:cNvGrpSpPr/>
          <p:nvPr/>
        </p:nvGrpSpPr>
        <p:grpSpPr>
          <a:xfrm>
            <a:off x="2802873" y="2020239"/>
            <a:ext cx="1259755" cy="3123261"/>
            <a:chOff x="2330682" y="1468700"/>
            <a:chExt cx="824447" cy="2044019"/>
          </a:xfrm>
        </p:grpSpPr>
        <p:sp>
          <p:nvSpPr>
            <p:cNvPr id="887" name="Google Shape;887;p54"/>
            <p:cNvSpPr/>
            <p:nvPr/>
          </p:nvSpPr>
          <p:spPr>
            <a:xfrm>
              <a:off x="2519514" y="2137089"/>
              <a:ext cx="635615" cy="611378"/>
            </a:xfrm>
            <a:custGeom>
              <a:avLst/>
              <a:gdLst/>
              <a:ahLst/>
              <a:cxnLst/>
              <a:rect l="l" t="t" r="r" b="b"/>
              <a:pathLst>
                <a:path w="19302" h="18566" extrusionOk="0">
                  <a:moveTo>
                    <a:pt x="13070" y="0"/>
                  </a:moveTo>
                  <a:cubicBezTo>
                    <a:pt x="12789" y="0"/>
                    <a:pt x="12499" y="104"/>
                    <a:pt x="12250" y="229"/>
                  </a:cubicBezTo>
                  <a:cubicBezTo>
                    <a:pt x="11003" y="867"/>
                    <a:pt x="9940" y="1901"/>
                    <a:pt x="8633" y="2357"/>
                  </a:cubicBezTo>
                  <a:cubicBezTo>
                    <a:pt x="8025" y="2570"/>
                    <a:pt x="7386" y="2661"/>
                    <a:pt x="6809" y="2934"/>
                  </a:cubicBezTo>
                  <a:cubicBezTo>
                    <a:pt x="3739" y="4393"/>
                    <a:pt x="4012" y="8892"/>
                    <a:pt x="3040" y="11597"/>
                  </a:cubicBezTo>
                  <a:cubicBezTo>
                    <a:pt x="2584" y="12843"/>
                    <a:pt x="0" y="17038"/>
                    <a:pt x="1034" y="18223"/>
                  </a:cubicBezTo>
                  <a:cubicBezTo>
                    <a:pt x="1241" y="18458"/>
                    <a:pt x="1409" y="18537"/>
                    <a:pt x="1563" y="18537"/>
                  </a:cubicBezTo>
                  <a:cubicBezTo>
                    <a:pt x="1880" y="18537"/>
                    <a:pt x="2137" y="18200"/>
                    <a:pt x="2568" y="18200"/>
                  </a:cubicBezTo>
                  <a:cubicBezTo>
                    <a:pt x="2630" y="18200"/>
                    <a:pt x="2696" y="18207"/>
                    <a:pt x="2766" y="18223"/>
                  </a:cubicBezTo>
                  <a:cubicBezTo>
                    <a:pt x="3070" y="18314"/>
                    <a:pt x="3374" y="18527"/>
                    <a:pt x="3708" y="18558"/>
                  </a:cubicBezTo>
                  <a:cubicBezTo>
                    <a:pt x="3750" y="18563"/>
                    <a:pt x="3791" y="18566"/>
                    <a:pt x="3832" y="18566"/>
                  </a:cubicBezTo>
                  <a:cubicBezTo>
                    <a:pt x="4476" y="18566"/>
                    <a:pt x="5007" y="17913"/>
                    <a:pt x="5350" y="17342"/>
                  </a:cubicBezTo>
                  <a:cubicBezTo>
                    <a:pt x="6383" y="15731"/>
                    <a:pt x="7295" y="14059"/>
                    <a:pt x="8116" y="12327"/>
                  </a:cubicBezTo>
                  <a:cubicBezTo>
                    <a:pt x="8420" y="11658"/>
                    <a:pt x="9423" y="8253"/>
                    <a:pt x="10122" y="8193"/>
                  </a:cubicBezTo>
                  <a:cubicBezTo>
                    <a:pt x="10129" y="8192"/>
                    <a:pt x="10137" y="8192"/>
                    <a:pt x="10145" y="8192"/>
                  </a:cubicBezTo>
                  <a:cubicBezTo>
                    <a:pt x="10769" y="8192"/>
                    <a:pt x="12316" y="10568"/>
                    <a:pt x="12766" y="10959"/>
                  </a:cubicBezTo>
                  <a:cubicBezTo>
                    <a:pt x="13718" y="11751"/>
                    <a:pt x="14899" y="12567"/>
                    <a:pt x="16169" y="12567"/>
                  </a:cubicBezTo>
                  <a:cubicBezTo>
                    <a:pt x="16360" y="12567"/>
                    <a:pt x="16554" y="12549"/>
                    <a:pt x="16748" y="12509"/>
                  </a:cubicBezTo>
                  <a:cubicBezTo>
                    <a:pt x="17751" y="12327"/>
                    <a:pt x="18572" y="11536"/>
                    <a:pt x="18937" y="10594"/>
                  </a:cubicBezTo>
                  <a:cubicBezTo>
                    <a:pt x="19301" y="9652"/>
                    <a:pt x="19241" y="8588"/>
                    <a:pt x="18997" y="7615"/>
                  </a:cubicBezTo>
                  <a:cubicBezTo>
                    <a:pt x="18238" y="4910"/>
                    <a:pt x="16049" y="2387"/>
                    <a:pt x="14073" y="533"/>
                  </a:cubicBezTo>
                  <a:cubicBezTo>
                    <a:pt x="13830" y="320"/>
                    <a:pt x="13557" y="77"/>
                    <a:pt x="13253" y="16"/>
                  </a:cubicBezTo>
                  <a:cubicBezTo>
                    <a:pt x="13192" y="5"/>
                    <a:pt x="13131" y="0"/>
                    <a:pt x="1307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54"/>
            <p:cNvSpPr/>
            <p:nvPr/>
          </p:nvSpPr>
          <p:spPr>
            <a:xfrm>
              <a:off x="2502489" y="2544998"/>
              <a:ext cx="166198" cy="684648"/>
            </a:xfrm>
            <a:custGeom>
              <a:avLst/>
              <a:gdLst/>
              <a:ahLst/>
              <a:cxnLst/>
              <a:rect l="l" t="t" r="r" b="b"/>
              <a:pathLst>
                <a:path w="5047" h="20791" fill="none" extrusionOk="0">
                  <a:moveTo>
                    <a:pt x="5046" y="0"/>
                  </a:moveTo>
                  <a:cubicBezTo>
                    <a:pt x="3131" y="2918"/>
                    <a:pt x="1642" y="6414"/>
                    <a:pt x="1277" y="9940"/>
                  </a:cubicBezTo>
                  <a:cubicBezTo>
                    <a:pt x="943" y="13557"/>
                    <a:pt x="1672" y="17356"/>
                    <a:pt x="0" y="2079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54"/>
            <p:cNvSpPr/>
            <p:nvPr/>
          </p:nvSpPr>
          <p:spPr>
            <a:xfrm>
              <a:off x="2361349" y="1468700"/>
              <a:ext cx="507517" cy="1142111"/>
            </a:xfrm>
            <a:custGeom>
              <a:avLst/>
              <a:gdLst/>
              <a:ahLst/>
              <a:cxnLst/>
              <a:rect l="l" t="t" r="r" b="b"/>
              <a:pathLst>
                <a:path w="15412" h="34683" extrusionOk="0">
                  <a:moveTo>
                    <a:pt x="6626" y="4517"/>
                  </a:moveTo>
                  <a:cubicBezTo>
                    <a:pt x="7077" y="4517"/>
                    <a:pt x="7246" y="5616"/>
                    <a:pt x="7296" y="5936"/>
                  </a:cubicBezTo>
                  <a:cubicBezTo>
                    <a:pt x="7389" y="6704"/>
                    <a:pt x="7210" y="7004"/>
                    <a:pt x="6961" y="7004"/>
                  </a:cubicBezTo>
                  <a:cubicBezTo>
                    <a:pt x="6560" y="7004"/>
                    <a:pt x="5974" y="6222"/>
                    <a:pt x="6049" y="5359"/>
                  </a:cubicBezTo>
                  <a:cubicBezTo>
                    <a:pt x="6049" y="5359"/>
                    <a:pt x="6049" y="5359"/>
                    <a:pt x="6049" y="5328"/>
                  </a:cubicBezTo>
                  <a:cubicBezTo>
                    <a:pt x="6080" y="5116"/>
                    <a:pt x="6110" y="4872"/>
                    <a:pt x="6262" y="4720"/>
                  </a:cubicBezTo>
                  <a:cubicBezTo>
                    <a:pt x="6400" y="4576"/>
                    <a:pt x="6521" y="4517"/>
                    <a:pt x="6626" y="4517"/>
                  </a:cubicBezTo>
                  <a:close/>
                  <a:moveTo>
                    <a:pt x="11187" y="8259"/>
                  </a:moveTo>
                  <a:cubicBezTo>
                    <a:pt x="11412" y="8259"/>
                    <a:pt x="11540" y="8423"/>
                    <a:pt x="11429" y="8915"/>
                  </a:cubicBezTo>
                  <a:cubicBezTo>
                    <a:pt x="11156" y="10313"/>
                    <a:pt x="10153" y="11468"/>
                    <a:pt x="8937" y="12106"/>
                  </a:cubicBezTo>
                  <a:cubicBezTo>
                    <a:pt x="8694" y="12258"/>
                    <a:pt x="8420" y="12350"/>
                    <a:pt x="8147" y="12350"/>
                  </a:cubicBezTo>
                  <a:cubicBezTo>
                    <a:pt x="7873" y="12350"/>
                    <a:pt x="7569" y="12228"/>
                    <a:pt x="7478" y="11955"/>
                  </a:cubicBezTo>
                  <a:cubicBezTo>
                    <a:pt x="7356" y="11651"/>
                    <a:pt x="7508" y="11316"/>
                    <a:pt x="7660" y="11073"/>
                  </a:cubicBezTo>
                  <a:cubicBezTo>
                    <a:pt x="8268" y="10070"/>
                    <a:pt x="9089" y="9401"/>
                    <a:pt x="10031" y="8793"/>
                  </a:cubicBezTo>
                  <a:cubicBezTo>
                    <a:pt x="10321" y="8612"/>
                    <a:pt x="10858" y="8259"/>
                    <a:pt x="11187" y="8259"/>
                  </a:cubicBezTo>
                  <a:close/>
                  <a:moveTo>
                    <a:pt x="3739" y="14629"/>
                  </a:moveTo>
                  <a:cubicBezTo>
                    <a:pt x="5411" y="14660"/>
                    <a:pt x="5411" y="17304"/>
                    <a:pt x="5198" y="18733"/>
                  </a:cubicBezTo>
                  <a:cubicBezTo>
                    <a:pt x="5138" y="18976"/>
                    <a:pt x="5107" y="19189"/>
                    <a:pt x="5077" y="19341"/>
                  </a:cubicBezTo>
                  <a:cubicBezTo>
                    <a:pt x="5049" y="19479"/>
                    <a:pt x="4971" y="19618"/>
                    <a:pt x="4842" y="19618"/>
                  </a:cubicBezTo>
                  <a:cubicBezTo>
                    <a:pt x="4829" y="19618"/>
                    <a:pt x="4816" y="19617"/>
                    <a:pt x="4803" y="19614"/>
                  </a:cubicBezTo>
                  <a:cubicBezTo>
                    <a:pt x="4742" y="19614"/>
                    <a:pt x="4682" y="19523"/>
                    <a:pt x="4651" y="19462"/>
                  </a:cubicBezTo>
                  <a:cubicBezTo>
                    <a:pt x="3952" y="18246"/>
                    <a:pt x="3496" y="16909"/>
                    <a:pt x="3314" y="15511"/>
                  </a:cubicBezTo>
                  <a:cubicBezTo>
                    <a:pt x="3283" y="15328"/>
                    <a:pt x="3283" y="15146"/>
                    <a:pt x="3344" y="14964"/>
                  </a:cubicBezTo>
                  <a:cubicBezTo>
                    <a:pt x="3405" y="14781"/>
                    <a:pt x="3557" y="14629"/>
                    <a:pt x="3739" y="14629"/>
                  </a:cubicBezTo>
                  <a:close/>
                  <a:moveTo>
                    <a:pt x="8238" y="20830"/>
                  </a:moveTo>
                  <a:cubicBezTo>
                    <a:pt x="8299" y="20982"/>
                    <a:pt x="8359" y="21164"/>
                    <a:pt x="8390" y="21286"/>
                  </a:cubicBezTo>
                  <a:cubicBezTo>
                    <a:pt x="8451" y="21711"/>
                    <a:pt x="8390" y="22015"/>
                    <a:pt x="7904" y="22350"/>
                  </a:cubicBezTo>
                  <a:cubicBezTo>
                    <a:pt x="7630" y="22549"/>
                    <a:pt x="7049" y="22891"/>
                    <a:pt x="6615" y="22891"/>
                  </a:cubicBezTo>
                  <a:cubicBezTo>
                    <a:pt x="6519" y="22891"/>
                    <a:pt x="6430" y="22875"/>
                    <a:pt x="6353" y="22836"/>
                  </a:cubicBezTo>
                  <a:cubicBezTo>
                    <a:pt x="6171" y="22745"/>
                    <a:pt x="6049" y="22532"/>
                    <a:pt x="6080" y="22350"/>
                  </a:cubicBezTo>
                  <a:cubicBezTo>
                    <a:pt x="6080" y="22167"/>
                    <a:pt x="6201" y="21985"/>
                    <a:pt x="6323" y="21863"/>
                  </a:cubicBezTo>
                  <a:cubicBezTo>
                    <a:pt x="6809" y="21286"/>
                    <a:pt x="7508" y="20891"/>
                    <a:pt x="8238" y="20830"/>
                  </a:cubicBezTo>
                  <a:close/>
                  <a:moveTo>
                    <a:pt x="11135" y="1"/>
                  </a:moveTo>
                  <a:cubicBezTo>
                    <a:pt x="10928" y="1"/>
                    <a:pt x="10739" y="14"/>
                    <a:pt x="10578" y="39"/>
                  </a:cubicBezTo>
                  <a:cubicBezTo>
                    <a:pt x="6688" y="617"/>
                    <a:pt x="4682" y="3960"/>
                    <a:pt x="3010" y="7122"/>
                  </a:cubicBezTo>
                  <a:cubicBezTo>
                    <a:pt x="2979" y="7182"/>
                    <a:pt x="2949" y="7213"/>
                    <a:pt x="2979" y="7274"/>
                  </a:cubicBezTo>
                  <a:cubicBezTo>
                    <a:pt x="2979" y="7365"/>
                    <a:pt x="3040" y="7395"/>
                    <a:pt x="3101" y="7456"/>
                  </a:cubicBezTo>
                  <a:cubicBezTo>
                    <a:pt x="3770" y="8003"/>
                    <a:pt x="4195" y="8885"/>
                    <a:pt x="4226" y="9796"/>
                  </a:cubicBezTo>
                  <a:cubicBezTo>
                    <a:pt x="4226" y="9888"/>
                    <a:pt x="4195" y="9979"/>
                    <a:pt x="4165" y="10070"/>
                  </a:cubicBezTo>
                  <a:cubicBezTo>
                    <a:pt x="4095" y="10163"/>
                    <a:pt x="3972" y="10203"/>
                    <a:pt x="3850" y="10203"/>
                  </a:cubicBezTo>
                  <a:cubicBezTo>
                    <a:pt x="3813" y="10203"/>
                    <a:pt x="3775" y="10199"/>
                    <a:pt x="3739" y="10192"/>
                  </a:cubicBezTo>
                  <a:cubicBezTo>
                    <a:pt x="3618" y="10131"/>
                    <a:pt x="3496" y="10009"/>
                    <a:pt x="3405" y="9918"/>
                  </a:cubicBezTo>
                  <a:cubicBezTo>
                    <a:pt x="3040" y="9492"/>
                    <a:pt x="2827" y="9037"/>
                    <a:pt x="2645" y="8520"/>
                  </a:cubicBezTo>
                  <a:cubicBezTo>
                    <a:pt x="1490" y="10769"/>
                    <a:pt x="1125" y="14265"/>
                    <a:pt x="1399" y="16727"/>
                  </a:cubicBezTo>
                  <a:cubicBezTo>
                    <a:pt x="1551" y="18216"/>
                    <a:pt x="2098" y="19857"/>
                    <a:pt x="1976" y="21347"/>
                  </a:cubicBezTo>
                  <a:cubicBezTo>
                    <a:pt x="1855" y="23170"/>
                    <a:pt x="1095" y="24903"/>
                    <a:pt x="609" y="26666"/>
                  </a:cubicBezTo>
                  <a:cubicBezTo>
                    <a:pt x="61" y="28581"/>
                    <a:pt x="1" y="30709"/>
                    <a:pt x="396" y="32684"/>
                  </a:cubicBezTo>
                  <a:cubicBezTo>
                    <a:pt x="548" y="33414"/>
                    <a:pt x="913" y="34113"/>
                    <a:pt x="1581" y="34478"/>
                  </a:cubicBezTo>
                  <a:cubicBezTo>
                    <a:pt x="1821" y="34614"/>
                    <a:pt x="2103" y="34683"/>
                    <a:pt x="2384" y="34683"/>
                  </a:cubicBezTo>
                  <a:cubicBezTo>
                    <a:pt x="2854" y="34683"/>
                    <a:pt x="3321" y="34493"/>
                    <a:pt x="3587" y="34113"/>
                  </a:cubicBezTo>
                  <a:cubicBezTo>
                    <a:pt x="3779" y="34177"/>
                    <a:pt x="3978" y="34207"/>
                    <a:pt x="4177" y="34207"/>
                  </a:cubicBezTo>
                  <a:cubicBezTo>
                    <a:pt x="4929" y="34207"/>
                    <a:pt x="5683" y="33776"/>
                    <a:pt x="6019" y="33079"/>
                  </a:cubicBezTo>
                  <a:cubicBezTo>
                    <a:pt x="6323" y="32380"/>
                    <a:pt x="6232" y="31590"/>
                    <a:pt x="6201" y="30830"/>
                  </a:cubicBezTo>
                  <a:cubicBezTo>
                    <a:pt x="6141" y="28277"/>
                    <a:pt x="7052" y="26210"/>
                    <a:pt x="8511" y="24204"/>
                  </a:cubicBezTo>
                  <a:cubicBezTo>
                    <a:pt x="9940" y="22259"/>
                    <a:pt x="9788" y="19249"/>
                    <a:pt x="10335" y="16939"/>
                  </a:cubicBezTo>
                  <a:cubicBezTo>
                    <a:pt x="10882" y="14599"/>
                    <a:pt x="12098" y="12471"/>
                    <a:pt x="13162" y="10344"/>
                  </a:cubicBezTo>
                  <a:cubicBezTo>
                    <a:pt x="14135" y="8337"/>
                    <a:pt x="15411" y="6362"/>
                    <a:pt x="15047" y="4143"/>
                  </a:cubicBezTo>
                  <a:cubicBezTo>
                    <a:pt x="14986" y="3930"/>
                    <a:pt x="14955" y="3717"/>
                    <a:pt x="14864" y="3474"/>
                  </a:cubicBezTo>
                  <a:cubicBezTo>
                    <a:pt x="14864" y="3444"/>
                    <a:pt x="14864" y="3413"/>
                    <a:pt x="14803" y="3383"/>
                  </a:cubicBezTo>
                  <a:cubicBezTo>
                    <a:pt x="14786" y="3365"/>
                    <a:pt x="14765" y="3358"/>
                    <a:pt x="14744" y="3358"/>
                  </a:cubicBezTo>
                  <a:cubicBezTo>
                    <a:pt x="14692" y="3358"/>
                    <a:pt x="14634" y="3401"/>
                    <a:pt x="14591" y="3444"/>
                  </a:cubicBezTo>
                  <a:cubicBezTo>
                    <a:pt x="14013" y="3930"/>
                    <a:pt x="13314" y="4325"/>
                    <a:pt x="12584" y="4568"/>
                  </a:cubicBezTo>
                  <a:cubicBezTo>
                    <a:pt x="12535" y="4581"/>
                    <a:pt x="12470" y="4593"/>
                    <a:pt x="12407" y="4593"/>
                  </a:cubicBezTo>
                  <a:cubicBezTo>
                    <a:pt x="12314" y="4593"/>
                    <a:pt x="12225" y="4567"/>
                    <a:pt x="12189" y="4477"/>
                  </a:cubicBezTo>
                  <a:cubicBezTo>
                    <a:pt x="12159" y="4386"/>
                    <a:pt x="12189" y="4325"/>
                    <a:pt x="12220" y="4264"/>
                  </a:cubicBezTo>
                  <a:cubicBezTo>
                    <a:pt x="12463" y="3808"/>
                    <a:pt x="12797" y="3413"/>
                    <a:pt x="13223" y="3109"/>
                  </a:cubicBezTo>
                  <a:cubicBezTo>
                    <a:pt x="13648" y="2805"/>
                    <a:pt x="14256" y="2532"/>
                    <a:pt x="14287" y="2015"/>
                  </a:cubicBezTo>
                  <a:cubicBezTo>
                    <a:pt x="14365" y="523"/>
                    <a:pt x="12415" y="1"/>
                    <a:pt x="1113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54"/>
            <p:cNvSpPr/>
            <p:nvPr/>
          </p:nvSpPr>
          <p:spPr>
            <a:xfrm>
              <a:off x="2410415" y="2260709"/>
              <a:ext cx="119141" cy="1026000"/>
            </a:xfrm>
            <a:custGeom>
              <a:avLst/>
              <a:gdLst/>
              <a:ahLst/>
              <a:cxnLst/>
              <a:rect l="l" t="t" r="r" b="b"/>
              <a:pathLst>
                <a:path w="3618" h="31157" fill="none" extrusionOk="0">
                  <a:moveTo>
                    <a:pt x="0" y="31156"/>
                  </a:moveTo>
                  <a:cubicBezTo>
                    <a:pt x="669" y="29941"/>
                    <a:pt x="1337" y="28694"/>
                    <a:pt x="1641" y="27327"/>
                  </a:cubicBezTo>
                  <a:cubicBezTo>
                    <a:pt x="1854" y="26415"/>
                    <a:pt x="1915" y="25442"/>
                    <a:pt x="1976" y="24469"/>
                  </a:cubicBezTo>
                  <a:cubicBezTo>
                    <a:pt x="2006" y="23801"/>
                    <a:pt x="1945" y="23618"/>
                    <a:pt x="2067" y="22980"/>
                  </a:cubicBezTo>
                  <a:cubicBezTo>
                    <a:pt x="2857" y="19302"/>
                    <a:pt x="3617" y="15472"/>
                    <a:pt x="2553" y="11916"/>
                  </a:cubicBezTo>
                  <a:cubicBezTo>
                    <a:pt x="2037" y="10183"/>
                    <a:pt x="1125" y="8573"/>
                    <a:pt x="973" y="6779"/>
                  </a:cubicBezTo>
                  <a:cubicBezTo>
                    <a:pt x="821" y="4348"/>
                    <a:pt x="2128" y="2068"/>
                    <a:pt x="3404" y="1"/>
                  </a:cubicBezTo>
                </a:path>
              </a:pathLst>
            </a:custGeom>
            <a:solidFill>
              <a:schemeClr val="dk2"/>
            </a:solidFill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54"/>
            <p:cNvSpPr/>
            <p:nvPr/>
          </p:nvSpPr>
          <p:spPr>
            <a:xfrm>
              <a:off x="2330682" y="3113509"/>
              <a:ext cx="338001" cy="399210"/>
            </a:xfrm>
            <a:custGeom>
              <a:avLst/>
              <a:gdLst/>
              <a:ahLst/>
              <a:cxnLst/>
              <a:rect l="l" t="t" r="r" b="b"/>
              <a:pathLst>
                <a:path w="13588" h="12123" extrusionOk="0">
                  <a:moveTo>
                    <a:pt x="1" y="1"/>
                  </a:moveTo>
                  <a:cubicBezTo>
                    <a:pt x="1" y="1"/>
                    <a:pt x="1277" y="10852"/>
                    <a:pt x="1551" y="12068"/>
                  </a:cubicBezTo>
                  <a:cubicBezTo>
                    <a:pt x="1561" y="12109"/>
                    <a:pt x="2746" y="12122"/>
                    <a:pt x="4323" y="12122"/>
                  </a:cubicBezTo>
                  <a:cubicBezTo>
                    <a:pt x="7475" y="12122"/>
                    <a:pt x="12189" y="12068"/>
                    <a:pt x="12189" y="12068"/>
                  </a:cubicBezTo>
                  <a:cubicBezTo>
                    <a:pt x="12250" y="11946"/>
                    <a:pt x="12737" y="5959"/>
                    <a:pt x="12858" y="5472"/>
                  </a:cubicBezTo>
                  <a:lnTo>
                    <a:pt x="1358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Image 14" descr="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463" y="144181"/>
            <a:ext cx="4981904" cy="4458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680176" y="0"/>
            <a:ext cx="4832100" cy="2132100"/>
          </a:xfrm>
        </p:spPr>
        <p:txBody>
          <a:bodyPr/>
          <a:lstStyle/>
          <a:p>
            <a:pPr algn="ctr"/>
            <a:r>
              <a:rPr lang="fr-FR" dirty="0" smtClean="0"/>
              <a:t>Conclusion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67862" y="1502980"/>
            <a:ext cx="8460827" cy="1397876"/>
          </a:xfrm>
        </p:spPr>
        <p:txBody>
          <a:bodyPr/>
          <a:lstStyle/>
          <a:p>
            <a:r>
              <a:rPr lang="en-US" dirty="0" smtClean="0"/>
              <a:t>	-The </a:t>
            </a:r>
            <a:r>
              <a:rPr lang="en-US" dirty="0" smtClean="0"/>
              <a:t>recursive form could be very simple and easy to implement.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smtClean="0"/>
              <a:t>-But </a:t>
            </a:r>
            <a:r>
              <a:rPr lang="en-US" dirty="0" smtClean="0"/>
              <a:t>everything comes with a cost, so a recursive function can be inefficient in terms of both time and space. That what's make it a little bit tricky in its use.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9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026979" y="2133600"/>
            <a:ext cx="29849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err="1" smtClean="0">
                <a:solidFill>
                  <a:schemeClr val="bg1"/>
                </a:solidFill>
              </a:rPr>
              <a:t>Thank</a:t>
            </a:r>
            <a:r>
              <a:rPr lang="fr-FR" sz="4400" b="1" dirty="0" smtClean="0">
                <a:solidFill>
                  <a:schemeClr val="bg1"/>
                </a:solidFill>
              </a:rPr>
              <a:t> </a:t>
            </a:r>
            <a:r>
              <a:rPr lang="fr-FR" sz="4400" b="1" dirty="0" err="1" smtClean="0">
                <a:solidFill>
                  <a:schemeClr val="bg1"/>
                </a:solidFill>
              </a:rPr>
              <a:t>you</a:t>
            </a:r>
            <a:endParaRPr lang="fr-FR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Programming Language Master's Degree by Slidesgo">
  <a:themeElements>
    <a:clrScheme name="Simple Light">
      <a:dk1>
        <a:srgbClr val="000000"/>
      </a:dk1>
      <a:lt1>
        <a:srgbClr val="FFFFFF"/>
      </a:lt1>
      <a:dk2>
        <a:srgbClr val="E5E1EE"/>
      </a:dk2>
      <a:lt2>
        <a:srgbClr val="8E7CC3"/>
      </a:lt2>
      <a:accent1>
        <a:srgbClr val="FF594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125</Words>
  <PresentationFormat>Affichage à l'écran (16:9)</PresentationFormat>
  <Paragraphs>32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Arial</vt:lpstr>
      <vt:lpstr>El Messiri</vt:lpstr>
      <vt:lpstr>Baloo 2</vt:lpstr>
      <vt:lpstr>Times New Roman</vt:lpstr>
      <vt:lpstr>Actor</vt:lpstr>
      <vt:lpstr>Proxima Nova Semibold</vt:lpstr>
      <vt:lpstr>Proxima Nova</vt:lpstr>
      <vt:lpstr>Nunito</vt:lpstr>
      <vt:lpstr>Programming Language Master's Degree by Slidesgo</vt:lpstr>
      <vt:lpstr>Slidesgo Final Pages</vt:lpstr>
      <vt:lpstr>Concept Of Recursion</vt:lpstr>
      <vt:lpstr>Table of contents</vt:lpstr>
      <vt:lpstr>Introduction</vt:lpstr>
      <vt:lpstr>Recursion!</vt:lpstr>
      <vt:lpstr>When do we use recursion? </vt:lpstr>
      <vt:lpstr>Diapositive 6</vt:lpstr>
      <vt:lpstr>Exemple:Factoriel!</vt:lpstr>
      <vt:lpstr>Diapositive 8</vt:lpstr>
      <vt:lpstr>Exercie:Palindrome</vt:lpstr>
      <vt:lpstr>Diapositive 10</vt:lpstr>
      <vt:lpstr>Diapositive 11</vt:lpstr>
      <vt:lpstr>Conclusion</vt:lpstr>
      <vt:lpstr>Diapositive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Language Master's Degree </dc:title>
  <dc:creator>DELL</dc:creator>
  <cp:lastModifiedBy>DELL</cp:lastModifiedBy>
  <cp:revision>22</cp:revision>
  <dcterms:modified xsi:type="dcterms:W3CDTF">2023-05-29T11:14:02Z</dcterms:modified>
</cp:coreProperties>
</file>